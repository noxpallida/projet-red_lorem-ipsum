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mp3" ContentType="audio/m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2" r:id="rId7"/>
    <p:sldId id="264" r:id="rId8"/>
    <p:sldId id="261" r:id="rId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  <a:srgbClr val="66FFFF"/>
    <a:srgbClr val="00FFFF"/>
    <a:srgbClr val="00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216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9-22T14:15:38.471"/>
    </inkml:context>
    <inkml:brush xml:id="br0">
      <inkml:brushProperty name="width" value="0.035" units="cm"/>
      <inkml:brushProperty name="height" value="0.035" units="cm"/>
      <inkml:brushProperty name="ignorePressure" value="1"/>
    </inkml:brush>
  </inkml:definitions>
  <inkml:trace contextRef="#ctx0" brushRef="#br0">1 1,'20711'0,"-20694"0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9-22T14:16:04.910"/>
    </inkml:context>
    <inkml:brush xml:id="br0">
      <inkml:brushProperty name="width" value="0.035" units="cm"/>
      <inkml:brushProperty name="height" value="0.035" units="cm"/>
      <inkml:brushProperty name="ignorePressure" value="1"/>
    </inkml:brush>
  </inkml:definitions>
  <inkml:trace contextRef="#ctx0" brushRef="#br0">1 1,'20667'0,"-20818"0,224 0,-69 0,-16 0,-32 0,18 0,75 0,-2057 0,4167 0,-16776 0,26856 0,-12220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4:17:29.05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3670 1 24575,'0'274'0,"0"-261"0,-2-1 0,-4 24 0,3-22 0,0-1 0,0 18 0,2 306 0,2-163 0,-2-161 0,0 0 0,-5 23 0,2-23 0,2 1 0,-1 16 0,1-14 0,-1 0 0,0-1 0,-1 1 0,0-1 0,-2 0 0,0 0 0,-11 20 0,13-29 0,0-1 0,0 1 0,0-1 0,-1-1 0,0 1 0,0-1 0,0 0 0,0 0 0,-1 0 0,-10 5 0,-26 20 0,37-24 0,1-1 0,-1 0 0,-1 0 0,1-1 0,0 0 0,-1 1 0,0-2 0,0 1 0,-10 2 0,1-1 0,-1-2 0,-26 2 0,39-4 0,-31 4 0,1 1 0,-33 10 0,38-7 0,-1-2 0,1-1 0,-44 1 0,-37 3 0,-4-1 0,6-6 0,-93-5 0,143-5 0,36 4 0,-37-1 0,43 5 0,-5 0 0,-1 0 0,1-2 0,-30-6 0,20 1 0,0 1 0,0 1 0,-44-1 0,56 5 0,-1-1 0,-20-5 0,-4 0 0,-1-1 0,27 5 0,0 0 0,-24 0 0,-454 3 0,475-1 0,-37-6 0,37 3 0,-37-1 0,30 3 0,-1-1 0,-50-12 0,7 1 0,34 7 0,19 3 0,0 1 0,-28 0 0,7 3 0,16 1 0,-1-1 0,1-2 0,-46-7 0,41 4 0,-1 2 0,0 1 0,0 1 0,-36 3 0,-4 0 0,22-1 0,6 0 0,0-2 0,-68-10 0,79 6 0,1 2 0,-1 1 0,0 2 0,-38 4 0,67-4 0,-1-1 0,1 2 0,0-1 0,0 0 0,0 0 0,0 0 0,-1 0 0,1 1 0,0-1 0,0 1 0,0-1 0,0 1 0,0-1 0,0 1 0,0-1 0,0 1 0,0 0 0,0 0 0,0 0 0,0-1 0,1 1 0,-1 0 0,0 0 0,1 0 0,-1 0 0,0 0 0,0 2 0,1-1 0,0 0 0,0 1 0,0-1 0,0 0 0,0 0 0,0 0 0,1 1 0,-1-1 0,1 0 0,0 0 0,-1 0 0,1 0 0,2 3 0,3 7 0,1-1 0,1 0 0,15 17 0,-7-9 0,2-1 0,0 0 0,38 27 0,-51-41 0,0 1 0,0 0 0,0 0 0,0 0 0,6 11 0,-6-9 0,0-1 0,0 1 0,12 10 0,-8-10 0,0 1 0,0-1 0,0 1 0,0 1 0,11 14 0,-3-4 0,-9-16 0,-9-15 0,-3 2 0,0 0 0,-1 1 0,0 0 0,0 0 0,-1 0 0,0 0 0,-1 1 0,0 0 0,-13-11 0,8 7 0,1-1 0,-15-20 0,15 19 0,0 0 0,-1 1 0,0 0 0,-19-14 0,14 12 0,1 0 0,-16-21 0,10 14 0,17 17 0,-1 0 0,1-1 0,0 0 0,0 0 0,-5-8 0,9 12 0,1 0 0,-1 1 0,0-1 0,0 0 0,1 0 0,-1 0 0,1 0 0,0 0 0,0 0 0,-1 0 0,1 0 0,0 0 0,1 1 0,-1-1 0,0 0 0,1 0 0,-1 0 0,1 0 0,-1 0 0,1 0 0,0 1 0,0-1 0,-1 0 0,1 0 0,2-2 0,4-3 0,0 0 0,0 0 0,1 0 0,-1 1 0,2 0 0,12-7 0,22-16 0,-31 20 0,1 0 0,1 1 0,-1 1 0,25-10 0,-22 11 0,-1 0 0,-1-2 0,28-17 0,-32 18 0,0 0 0,1 1 0,15-6 0,-15 7 0,0 0 0,-1-1 0,17-11 0,4-3 0,-26 17 0,0 0 0,0 0 0,0 0 0,0 0 0,-1-1 0,1 0 0,-1 0 0,0 0 0,0 0 0,4-6 0,-8 9 0,0 1 0,0 0 0,0-1 0,0 1 0,0 0 0,0-1 0,0 1 0,0 0 0,0-1 0,0 1 0,0 0 0,0-1 0,-1 1 0,1 0 0,0-1 0,0 1 0,0 0 0,0-1 0,0 1 0,-1 0 0,1 0 0,0-1 0,0 1 0,0 0 0,-1 0 0,1-1 0,0 1 0,-1 0 0,1 0 0,0 0 0,0 0 0,-1-1 0,1 1 0,0 0 0,-1 0 0,1 0 0,0 0 0,-1 0 0,1 0 0,0 0 0,-1 0 0,1 0 0,0 0 0,-1 0 0,1 0 0,-20-2 0,18 2 0,-5 1 0,0-1 0,-1 1 0,1 0 0,0 1 0,0-1 0,0 2 0,0-1 0,1 1 0,-1 0 0,0 0 0,-5 4 0,-10 8 0,-35 31 0,5-5 0,21-17 0,23-17 0,0 0 0,0-1 0,-1 0 0,-15 8 0,10-7 0,2 1 0,-1 0 0,1 1 0,-18 17 0,-3 3 0,29-26 0,0 1 0,0 0 0,0 0 0,1 1 0,0-1 0,-1 1 0,2 0 0,-1-1 0,1 1 0,0 1 0,0-1 0,0 0 0,0 0 0,0 7 0,0-4 0,1 1 0,1-1 0,-1 0 0,1 1 0,1-1 0,-1 0 0,2 1 0,3 14 0,-3-18 8,0 0 0,1 0 0,0-1 0,0 1 0,0-1 1,1 0-1,-1 0 0,1 0 0,0 0 0,0-1 0,0 1 0,1-1 0,-1 0 0,8 3 0,-5-1-305,1 0 0,-1 0-1,0 1 1,9 8 0,-10-6-6529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4:17:44.25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0 425 24575,'0'-359'0,"0"357"0,0-1 0,0 1 0,0 0 0,0 0 0,1 0 0,-1 0 0,0-1 0,1 1 0,0 0 0,-1 0 0,1 0 0,0 0 0,0 0 0,0 0 0,0 0 0,1 1 0,-1-1 0,0 0 0,3-1 0,0 0 0,0 0 0,1 1 0,-1 0 0,1 0 0,0 0 0,-1 1 0,9-2 0,-10 1 0,1 1 0,0 0 0,1 0 0,-1 1 0,0-1 0,0 1 0,0 0 0,0 0 0,0 1 0,0-1 0,1 1 0,-1 0 0,0 0 0,0 0 0,0 0 0,-1 1 0,1-1 0,0 1 0,-1 0 0,1 0 0,-1 1 0,1-1 0,-1 1 0,0 0 0,0-1 0,0 1 0,0 1 0,-1-1 0,1 0 0,-1 1 0,0-1 0,0 1 0,0 0 0,-1-1 0,1 1 0,-1 0 0,0 0 0,0 0 0,1 8 0,-1-7 0,0 0 0,0 0 0,-1 0 0,0 0 0,0 1 0,0-1 0,-1 0 0,0 0 0,0 0 0,0 0 0,-2 7 0,1-9 0,0 1 0,0-1 0,0 0 0,-1 0 0,1 0 0,-1 0 0,0 0 0,1 0 0,-1-1 0,-1 0 0,1 1 0,0-1 0,0 0 0,-1 0 0,-5 2 0,1-1-195,-1 1 0,0-1 0,0 0 0,0-1 0,0 0 0,-18 2 0,12-4-6631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4:17:33.69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354 22 24575,'-8'-1'0,"1"0"0,0 0 0,0 0 0,-8-4 0,-26-3 0,22 7 0,8-1 0,1 1 0,-1 1 0,0 0 0,0 0 0,0 1 0,0 1 0,-11 2 0,19-2 0,1-1 0,-1 1 0,1 0 0,0 0 0,0 0 0,-1 0 0,2 0 0,-1 0 0,0 0 0,0 1 0,1-1 0,-1 1 0,1-1 0,0 1 0,0 0 0,0 0 0,0-1 0,0 1 0,0 5 0,-1 2 0,1-1 0,0 1 0,0-1 0,2 17 0,-1-24 0,0 0 0,1 0 0,-1 0 0,1-1 0,-1 1 0,1 0 0,-1 0 0,1-1 0,0 1 0,0 0 0,0-1 0,0 1 0,0-1 0,0 1 0,1-1 0,-1 0 0,0 1 0,1-1 0,-1 0 0,3 1 0,1 1 0,1 0 0,0-1 0,0 0 0,10 3 0,-12-4 0,0-1 0,0 1 0,0 0 0,-1 1 0,1-1 0,0 1 0,-1 0 0,1-1 0,-1 2 0,0-1 0,0 0 0,1 1 0,3 4 0,-3 0 0,0 1 0,0 0 0,-1 0 0,-1 1 0,1-1 0,-1 0 0,-1 1 0,1 0 0,-1-1 0,-1 1 0,0 0 0,0-1 0,-2 12 0,2-18 0,-1 0 0,1 0 0,-1 0 0,1 0 0,-1-1 0,0 1 0,0 0 0,1 0 0,-1-1 0,0 1 0,-1-1 0,1 1 0,0-1 0,0 1 0,-1-1 0,1 0 0,-1 0 0,1 0 0,-1 0 0,1 0 0,-1 0 0,0 0 0,0 0 0,1 0 0,-1-1 0,0 1 0,0-1 0,0 1 0,0-1 0,-2 0 0,-9 1 0,1 0 0,-1-1 0,-21-3 0,11 2 0,0 1-106,-23-2 337,43 2-331,1-1 1,-1 0 0,1 1-1,-1-1 1,1 0 0,-1 0-1,1 0 1,-1 0 0,1-1 0,0 1-1,0-1 1,0 1 0,0-1-1,-3-3 1,-3-5-6727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4:17:35.01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63 1 24575,'0'23'0,"0"0"0,-2 0 0,-6 34 0,-13 9 0,7-29 0,0 16-1365,10-42-5461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4:17:36.39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49 1 24575,'0'32'0,"0"0"0,-2 0 0,-1 0 0,-16 63 0,-3-11-1365,19-69-5461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4:17:37.6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24575,'3'0'0,"4"0"0,3 0 0,3 0 0,3 0 0,1 0 0,0 0 0,1 0 0,0 0 0,-3 0-8191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4:17:40.09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36 309 24575,'0'1'0,"1"1"0,-1-1 0,0 1 0,1 0 0,-1-1 0,1 1 0,0-1 0,-1 1 0,1-1 0,0 0 0,0 1 0,0-1 0,0 0 0,0 1 0,0-1 0,0 0 0,1 0 0,-1 0 0,0 0 0,0 0 0,1 0 0,-1-1 0,1 1 0,-1 0 0,1-1 0,-1 1 0,1-1 0,0 1 0,-1-1 0,1 0 0,-1 0 0,3 1 0,9 0 0,0 0 0,0-1 0,14-1 0,-12 1 0,-10 0 0,0 0 0,0 0 0,1-1 0,-1 0 0,0 0 0,0 0 0,0 0 0,9-4 0,-12 3 0,1 0 0,0 0 0,0-1 0,-1 1 0,0 0 0,1-1 0,-1 1 0,0-1 0,0 0 0,0 0 0,-1 0 0,1 0 0,-1 0 0,2-5 0,4-9 0,-2 6 0,-1 1 0,0-1 0,-1 0 0,0 0 0,0 0 0,-1-1 0,0-12 0,-1-2 0,0 15 0,0 0 0,-1 1 0,-1-1 0,1 0 0,-2 0 0,1 1 0,-6-19 0,5 26 0,0 1 0,0-1 0,0 0 0,0 1 0,0 0 0,-1-1 0,1 1 0,-1 0 0,1 0 0,-1 1 0,0-1 0,1 0 0,-1 1 0,0 0 0,0-1 0,0 1 0,0 1 0,-1-1 0,-4-1 0,-8 0 0,1 0 0,-26 1 0,40 1 0,-7 0 0,0 0 0,0 1 0,0-1 0,0 1 0,0 1 0,0 0 0,-9 3 0,14-4 0,0 1 0,0 0 0,0-1 0,1 1 0,-1 0 0,1 1 0,-1-1 0,1 0 0,0 1 0,0-1 0,0 1 0,0 0 0,0-1 0,0 1 0,1 0 0,-1 0 0,1 0 0,0 0 0,0 1 0,-1 4 0,-4 17 0,1 0 0,1 1 0,-1 29 0,5-47 0,0 0 0,0 0 0,1 0 0,0 0 0,1-1 0,-1 1 0,1 0 0,1-1 0,0 1 0,0-1 0,0 0 0,1 0 0,0 0 0,8 11 0,-10-16-85,1 0 0,-1 0-1,0-1 1,1 1 0,0 0-1,-1-1 1,1 1 0,0-1-1,-1 0 1,1 0 0,0 0-1,0 0 1,0-1 0,0 1-1,4-1 1,7 1-6741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4:17:48.5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24575,'3'0'0,"4"0"0,3 0 0,4 0 0,1 0 0,-1 0-8191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F5CAFD-541C-486B-9669-FBD5802595C8}" type="datetimeFigureOut">
              <a:rPr lang="fr-FR" smtClean="0"/>
              <a:t>23/09/2026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8CF2397-DD6B-48AB-8F0E-91291357940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98848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CF2397-DD6B-48AB-8F0E-912913579403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943989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CF2397-DD6B-48AB-8F0E-912913579403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198518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7CE4D78-4401-5E61-A31D-2015BFA9C8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41DECD5-4FF7-B5B1-B89B-4123707D00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C34FC81-6AE1-7BDA-0E69-EADCAFE75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CB88C-4DDD-42FB-8408-E6C31534BE60}" type="datetimeFigureOut">
              <a:rPr lang="fr-FR" smtClean="0"/>
              <a:t>23/09/2026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B289D78-045B-6CF7-AEA2-E8A37F1BAF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FFD6023-6F6B-3406-54E6-25BAF627EB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F1B77-C837-4127-B687-CB85D669283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997389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CEA3CAB-DDC9-95F9-CA86-0CEB13A12A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7F00F4D-5295-17AE-8D31-623AF73985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70740CA-477C-92D0-C614-7A81AD20ED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CB88C-4DDD-42FB-8408-E6C31534BE60}" type="datetimeFigureOut">
              <a:rPr lang="fr-FR" smtClean="0"/>
              <a:t>23/09/2026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A42656D-A9FF-701E-62E8-26113274BE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4E0EF2B-B3CD-A16C-76D1-81F52A969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F1B77-C837-4127-B687-CB85D669283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158952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BA1CF15-8A76-D1AE-58D1-7E80E4B6F2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7BB8E68-399C-381E-A5BE-FD7FAF2210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4798BF7-45CB-9F9C-AC0A-7A09A266E8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CB88C-4DDD-42FB-8408-E6C31534BE60}" type="datetimeFigureOut">
              <a:rPr lang="fr-FR" smtClean="0"/>
              <a:t>23/09/2026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F965072-2DC7-8002-67E4-E8D89CB29D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617941F-366B-9502-0790-078EA57A8A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F1B77-C837-4127-B687-CB85D669283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789322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B9E2EC-5518-EAE1-AAA6-DDE5CD01A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0C551DE-684A-60C3-BAFA-3FEE3C71B8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7E0CD8D-2489-FACF-E413-93552E2690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23CF9DFB-BD40-870A-F7BE-63BCB51333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CB88C-4DDD-42FB-8408-E6C31534BE60}" type="datetimeFigureOut">
              <a:rPr lang="fr-FR" smtClean="0"/>
              <a:t>23/09/2026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86A8D77-98DE-907B-4080-4EAA8687D3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20659BF-95EB-96A0-9F8E-67B720A88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F1B77-C837-4127-B687-CB85D669283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937398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40F1E0A-C86D-4D9F-F44A-788A2FBD7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1866AB8-B44A-B4FB-30DB-FEB31E23E7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EBACB59-D203-924B-77BA-7EBDE9969B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68379E8F-BE7C-C2AF-6DE6-F2E350AE15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7D15F5CC-C8CA-00B4-5031-6E95C2B70C5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1060DCED-18D0-5F80-9A6B-51EA259052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CB88C-4DDD-42FB-8408-E6C31534BE60}" type="datetimeFigureOut">
              <a:rPr lang="fr-FR" smtClean="0"/>
              <a:t>23/09/2026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CAAC3B68-4A53-B5BC-8932-F073D20587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3013D924-7ECC-80BA-A4F6-513C83B4F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F1B77-C837-4127-B687-CB85D669283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269601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909D440-E39F-9CC8-E4AB-93962DD37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A5C1AFC-8995-ADF7-E913-337A823B50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CB88C-4DDD-42FB-8408-E6C31534BE60}" type="datetimeFigureOut">
              <a:rPr lang="fr-FR" smtClean="0"/>
              <a:t>23/09/2026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AE0DC64-38CC-1580-5719-414688E920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14FCBEC-BC3A-9ECD-0DFF-7F1204F39C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F1B77-C837-4127-B687-CB85D669283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73332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2790C369-37D0-B04E-98FA-80E9EED935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CB88C-4DDD-42FB-8408-E6C31534BE60}" type="datetimeFigureOut">
              <a:rPr lang="fr-FR" smtClean="0"/>
              <a:t>23/09/2026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68C84061-CBD6-88C3-6E16-3BC7406DB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72E59E2-BA34-4043-7275-9CBA588471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F1B77-C837-4127-B687-CB85D669283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860174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2184E9A-3207-4048-C47D-A47C08320D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FD5916B-4498-B440-F781-C4047ECBB2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0040CED2-2034-5CE1-8764-6EB174CD76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1B0FCB6-5435-262E-AACE-4798F3973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CB88C-4DDD-42FB-8408-E6C31534BE60}" type="datetimeFigureOut">
              <a:rPr lang="fr-FR" smtClean="0"/>
              <a:t>23/09/2026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EF1709D-DC88-4565-7790-A9B1EACCB1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3284FDC-6773-F13C-8F9A-62889ED21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F1B77-C837-4127-B687-CB85D669283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97700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CF89A5B-3EB8-1135-40FA-C5BA1188D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97565F96-8808-C68B-3315-137DD9E51F5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A9690241-421F-9C4D-3D82-6160256FA9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174BA7B-1CF1-0F6E-624D-3EAFE9284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CB88C-4DDD-42FB-8408-E6C31534BE60}" type="datetimeFigureOut">
              <a:rPr lang="fr-FR" smtClean="0"/>
              <a:t>23/09/2026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88D3BC6-DAC9-9E40-785B-6BE714B5F4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836B971-EC66-9E20-9BDD-8DB5786AD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F1B77-C837-4127-B687-CB85D669283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73839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07E4DBB-DBE0-863E-AE81-C79FC3B61F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B287FC3B-3119-D327-7DB3-70F2B5A70A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78E8FB0-A81A-6091-2AAA-B936D563AD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CB88C-4DDD-42FB-8408-E6C31534BE60}" type="datetimeFigureOut">
              <a:rPr lang="fr-FR" smtClean="0"/>
              <a:t>23/09/2026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FF369A5-8F64-FC67-C69F-3EEDE66868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9421109-540B-268D-6279-E24E46DCD0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F1B77-C837-4127-B687-CB85D669283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281772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CAB973EF-C7E6-14C3-DDCC-7E12A254088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09F0A7A-4C39-FAB5-3649-0C8C653D16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3BFE15D-21F6-16B2-7777-29BB38BF87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CB88C-4DDD-42FB-8408-E6C31534BE60}" type="datetimeFigureOut">
              <a:rPr lang="fr-FR" smtClean="0"/>
              <a:t>23/09/2026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81B0FB1-3DBA-F284-7F04-50EB7AD360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E16AE8F-23DA-1A60-07C4-0D48888A1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F1B77-C837-4127-B687-CB85D669283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413947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821800EB-57B2-B2F9-013A-F7319F0BD7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4CB3223-C230-FD0A-6C18-6B36894E05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08DA2DE-210B-52DA-9C33-CF4E7812817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DCB88C-4DDD-42FB-8408-E6C31534BE60}" type="datetimeFigureOut">
              <a:rPr lang="fr-FR" smtClean="0"/>
              <a:t>23/09/2026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D6D9B24-213B-A8AB-7B5F-1E8A954B5F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56A717D-5658-C545-9E1F-E550571AFD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3F1B77-C837-4127-B687-CB85D669283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342697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customXml" Target="../ink/ink3.xml"/><Relationship Id="rId13" Type="http://schemas.openxmlformats.org/officeDocument/2006/relationships/image" Target="../media/image11.png"/><Relationship Id="rId18" Type="http://schemas.openxmlformats.org/officeDocument/2006/relationships/customXml" Target="../ink/ink8.xml"/><Relationship Id="rId3" Type="http://schemas.openxmlformats.org/officeDocument/2006/relationships/image" Target="../media/image5.png"/><Relationship Id="rId21" Type="http://schemas.openxmlformats.org/officeDocument/2006/relationships/image" Target="../media/image15.png"/><Relationship Id="rId7" Type="http://schemas.openxmlformats.org/officeDocument/2006/relationships/image" Target="../media/image7.png"/><Relationship Id="rId12" Type="http://schemas.openxmlformats.org/officeDocument/2006/relationships/customXml" Target="../ink/ink5.xml"/><Relationship Id="rId17" Type="http://schemas.openxmlformats.org/officeDocument/2006/relationships/image" Target="../media/image13.png"/><Relationship Id="rId2" Type="http://schemas.openxmlformats.org/officeDocument/2006/relationships/image" Target="../media/image2.jpeg"/><Relationship Id="rId16" Type="http://schemas.openxmlformats.org/officeDocument/2006/relationships/customXml" Target="../ink/ink7.xml"/><Relationship Id="rId20" Type="http://schemas.openxmlformats.org/officeDocument/2006/relationships/customXml" Target="../ink/ink9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.xml"/><Relationship Id="rId11" Type="http://schemas.openxmlformats.org/officeDocument/2006/relationships/image" Target="../media/image10.png"/><Relationship Id="rId24" Type="http://schemas.openxmlformats.org/officeDocument/2006/relationships/image" Target="../media/image8.png"/><Relationship Id="rId5" Type="http://schemas.openxmlformats.org/officeDocument/2006/relationships/image" Target="../media/image6.png"/><Relationship Id="rId15" Type="http://schemas.openxmlformats.org/officeDocument/2006/relationships/image" Target="../media/image12.png"/><Relationship Id="rId23" Type="http://schemas.openxmlformats.org/officeDocument/2006/relationships/image" Target="../media/image16.png"/><Relationship Id="rId10" Type="http://schemas.openxmlformats.org/officeDocument/2006/relationships/customXml" Target="../ink/ink4.xml"/><Relationship Id="rId19" Type="http://schemas.openxmlformats.org/officeDocument/2006/relationships/image" Target="../media/image14.png"/><Relationship Id="rId4" Type="http://schemas.openxmlformats.org/officeDocument/2006/relationships/customXml" Target="../ink/ink1.xml"/><Relationship Id="rId9" Type="http://schemas.openxmlformats.org/officeDocument/2006/relationships/image" Target="../media/image9.png"/><Relationship Id="rId14" Type="http://schemas.openxmlformats.org/officeDocument/2006/relationships/customXml" Target="../ink/ink6.xml"/><Relationship Id="rId22" Type="http://schemas.openxmlformats.org/officeDocument/2006/relationships/customXml" Target="../ink/ink10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jpeg"/><Relationship Id="rId13" Type="http://schemas.openxmlformats.org/officeDocument/2006/relationships/audio" Target="../media/audio1.wav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28.emf"/><Relationship Id="rId12" Type="http://schemas.openxmlformats.org/officeDocument/2006/relationships/image" Target="../media/image33.png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6" Type="http://schemas.openxmlformats.org/officeDocument/2006/relationships/oleObject" Target="../embeddings/oleObject1.bin"/><Relationship Id="rId11" Type="http://schemas.openxmlformats.org/officeDocument/2006/relationships/image" Target="../media/image32.png"/><Relationship Id="rId5" Type="http://schemas.openxmlformats.org/officeDocument/2006/relationships/audio" Target="../media/audio1.wav"/><Relationship Id="rId10" Type="http://schemas.openxmlformats.org/officeDocument/2006/relationships/image" Target="../media/image31.png"/><Relationship Id="rId4" Type="http://schemas.openxmlformats.org/officeDocument/2006/relationships/notesSlide" Target="../notesSlides/notesSlide2.xml"/><Relationship Id="rId9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 descr="Forêt Magique, Fée, Forêt, Magie, Atmosphère. Wallpaper in 3840x2160 Resolution">
            <a:extLst>
              <a:ext uri="{FF2B5EF4-FFF2-40B4-BE49-F238E27FC236}">
                <a16:creationId xmlns:a16="http://schemas.microsoft.com/office/drawing/2014/main" id="{58ECDE6E-7065-2D6B-E61C-A28D1A2305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2109"/>
            <a:ext cx="12195749" cy="6860109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45BF348F-953F-73D1-466E-FE2FBAB71629}"/>
              </a:ext>
            </a:extLst>
          </p:cNvPr>
          <p:cNvSpPr txBox="1"/>
          <p:nvPr/>
        </p:nvSpPr>
        <p:spPr>
          <a:xfrm>
            <a:off x="710859" y="214793"/>
            <a:ext cx="10770282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0" dirty="0">
                <a:solidFill>
                  <a:srgbClr val="00FFFF"/>
                </a:solidFill>
                <a:latin typeface="Algerian" panose="04020705040A02060702" pitchFamily="82" charset="0"/>
              </a:rPr>
              <a:t>RUNA :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AA738F0F-6D8B-345A-189C-F5E016FB971F}"/>
              </a:ext>
            </a:extLst>
          </p:cNvPr>
          <p:cNvSpPr txBox="1"/>
          <p:nvPr/>
        </p:nvSpPr>
        <p:spPr>
          <a:xfrm>
            <a:off x="440835" y="1955014"/>
            <a:ext cx="10770282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0" b="1" dirty="0">
                <a:solidFill>
                  <a:srgbClr val="66FFFF"/>
                </a:solidFill>
                <a:latin typeface="Kunstler Script" panose="030304020206070D0D06" pitchFamily="66" charset="0"/>
              </a:rPr>
              <a:t>Nowhere to go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59581BB0-23B7-AE75-B61C-DEFB345F143E}"/>
              </a:ext>
            </a:extLst>
          </p:cNvPr>
          <p:cNvSpPr txBox="1"/>
          <p:nvPr/>
        </p:nvSpPr>
        <p:spPr>
          <a:xfrm>
            <a:off x="67505" y="5934670"/>
            <a:ext cx="199449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Axel de Bouard</a:t>
            </a:r>
          </a:p>
          <a:p>
            <a:r>
              <a:rPr lang="fr-FR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Lucas Gonzalez</a:t>
            </a:r>
          </a:p>
          <a:p>
            <a:r>
              <a:rPr lang="fr-FR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Aaron Perucca</a:t>
            </a:r>
          </a:p>
        </p:txBody>
      </p:sp>
    </p:spTree>
    <p:extLst>
      <p:ext uri="{BB962C8B-B14F-4D97-AF65-F5344CB8AC3E}">
        <p14:creationId xmlns:p14="http://schemas.microsoft.com/office/powerpoint/2010/main" val="16297966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 descr="Fonds pour diaporamas : 15 exemples et modèles - Venngage">
            <a:extLst>
              <a:ext uri="{FF2B5EF4-FFF2-40B4-BE49-F238E27FC236}">
                <a16:creationId xmlns:a16="http://schemas.microsoft.com/office/drawing/2014/main" id="{E88FF922-6B73-FD93-2C6F-77F0C76544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61431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6B62A758-CD18-0A29-4422-E9BE6281F3BD}"/>
              </a:ext>
            </a:extLst>
          </p:cNvPr>
          <p:cNvSpPr txBox="1"/>
          <p:nvPr/>
        </p:nvSpPr>
        <p:spPr>
          <a:xfrm>
            <a:off x="2475221" y="312983"/>
            <a:ext cx="724155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6400" b="1" u="sng" dirty="0">
                <a:latin typeface="Arial Black" panose="020B0A04020102020204" pitchFamily="34" charset="0"/>
              </a:rPr>
              <a:t>Sommaire :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67DA37A4-14AF-B266-F2BF-97C2AF39D995}"/>
              </a:ext>
            </a:extLst>
          </p:cNvPr>
          <p:cNvSpPr txBox="1"/>
          <p:nvPr/>
        </p:nvSpPr>
        <p:spPr>
          <a:xfrm>
            <a:off x="0" y="1822663"/>
            <a:ext cx="1219199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000" u="sng" dirty="0">
                <a:latin typeface="Arial Black" panose="020B0A04020102020204" pitchFamily="34" charset="0"/>
                <a:cs typeface="Arial" panose="020B0604020202020204" pitchFamily="34" charset="0"/>
              </a:rPr>
              <a:t>Partie 1</a:t>
            </a:r>
            <a:r>
              <a:rPr lang="fr-FR" sz="4000" dirty="0">
                <a:latin typeface="Arial Black" panose="020B0A04020102020204" pitchFamily="34" charset="0"/>
                <a:cs typeface="Arial" panose="020B0604020202020204" pitchFamily="34" charset="0"/>
              </a:rPr>
              <a:t> - </a:t>
            </a:r>
            <a:r>
              <a:rPr lang="fr-FR" sz="4000" dirty="0">
                <a:solidFill>
                  <a:srgbClr val="FFCC00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L’histoire / le lore du jeu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1FF29AB3-F97E-7152-78F6-FD400586D30D}"/>
              </a:ext>
            </a:extLst>
          </p:cNvPr>
          <p:cNvSpPr txBox="1"/>
          <p:nvPr/>
        </p:nvSpPr>
        <p:spPr>
          <a:xfrm>
            <a:off x="0" y="2763168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000" u="sng" dirty="0">
                <a:latin typeface="Arial Black" panose="020B0A04020102020204" pitchFamily="34" charset="0"/>
                <a:cs typeface="Arial" panose="020B0604020202020204" pitchFamily="34" charset="0"/>
              </a:rPr>
              <a:t>Partie 2 </a:t>
            </a:r>
            <a:r>
              <a:rPr lang="fr-FR" sz="4000" dirty="0">
                <a:latin typeface="Arial Black" panose="020B0A04020102020204" pitchFamily="34" charset="0"/>
                <a:cs typeface="Arial" panose="020B0604020202020204" pitchFamily="34" charset="0"/>
              </a:rPr>
              <a:t>- </a:t>
            </a:r>
            <a:r>
              <a:rPr lang="fr-FR" sz="4000" dirty="0">
                <a:solidFill>
                  <a:schemeClr val="accent6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Le but du jeu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F67A2433-3642-C7A3-076A-2E81C86962EA}"/>
              </a:ext>
            </a:extLst>
          </p:cNvPr>
          <p:cNvSpPr txBox="1"/>
          <p:nvPr/>
        </p:nvSpPr>
        <p:spPr>
          <a:xfrm>
            <a:off x="0" y="3703673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000" dirty="0">
                <a:latin typeface="Arial Black" panose="020B0A04020102020204" pitchFamily="34" charset="0"/>
                <a:cs typeface="Arial" panose="020B0604020202020204" pitchFamily="34" charset="0"/>
              </a:rPr>
              <a:t>🏹</a:t>
            </a:r>
            <a:r>
              <a:rPr lang="fr-FR" sz="4000" u="sng" dirty="0">
                <a:latin typeface="Arial Black" panose="020B0A04020102020204" pitchFamily="34" charset="0"/>
                <a:cs typeface="Arial" panose="020B0604020202020204" pitchFamily="34" charset="0"/>
              </a:rPr>
              <a:t>Partie 3</a:t>
            </a:r>
            <a:r>
              <a:rPr lang="fr-FR" sz="4000" dirty="0">
                <a:latin typeface="Arial Black" panose="020B0A04020102020204" pitchFamily="34" charset="0"/>
                <a:cs typeface="Arial" panose="020B0604020202020204" pitchFamily="34" charset="0"/>
              </a:rPr>
              <a:t> - </a:t>
            </a:r>
            <a:r>
              <a:rPr lang="fr-FR" sz="4000" dirty="0">
                <a:solidFill>
                  <a:schemeClr val="accent2">
                    <a:lumMod val="75000"/>
                  </a:schemeClr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Le gameplay &amp; mécaniques ⚔️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3809E8CE-AB04-842E-9A4C-EB2C479CF09B}"/>
              </a:ext>
            </a:extLst>
          </p:cNvPr>
          <p:cNvSpPr txBox="1"/>
          <p:nvPr/>
        </p:nvSpPr>
        <p:spPr>
          <a:xfrm>
            <a:off x="962471" y="5306635"/>
            <a:ext cx="1026705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400" u="sng" dirty="0">
                <a:latin typeface="Arial Black" panose="020B0A04020102020204" pitchFamily="34" charset="0"/>
                <a:cs typeface="Arial" panose="020B0604020202020204" pitchFamily="34" charset="0"/>
              </a:rPr>
              <a:t>Partie finale</a:t>
            </a:r>
            <a:r>
              <a:rPr lang="fr-FR" sz="4400" dirty="0">
                <a:latin typeface="Arial Black" panose="020B0A04020102020204" pitchFamily="34" charset="0"/>
                <a:cs typeface="Arial" panose="020B0604020202020204" pitchFamily="34" charset="0"/>
              </a:rPr>
              <a:t> - </a:t>
            </a:r>
            <a:r>
              <a:rPr lang="fr-FR" sz="4400" dirty="0">
                <a:solidFill>
                  <a:srgbClr val="FF0000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Démo du jeu </a:t>
            </a:r>
          </a:p>
        </p:txBody>
      </p:sp>
    </p:spTree>
    <p:extLst>
      <p:ext uri="{BB962C8B-B14F-4D97-AF65-F5344CB8AC3E}">
        <p14:creationId xmlns:p14="http://schemas.microsoft.com/office/powerpoint/2010/main" val="2283857671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6111230-AD11-D054-39C4-E7F18E1E7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113871"/>
          </a:xfrm>
        </p:spPr>
        <p:txBody>
          <a:bodyPr/>
          <a:lstStyle/>
          <a:p>
            <a:pPr algn="ctr"/>
            <a:r>
              <a:rPr lang="fr-FR" b="1" u="sng" dirty="0"/>
              <a:t>Partie 1 – Le lore du jeu</a:t>
            </a:r>
          </a:p>
        </p:txBody>
      </p:sp>
      <p:pic>
        <p:nvPicPr>
          <p:cNvPr id="7" name="Image 6" descr="A cartoonish figure is depicted sleeping in a blue bed, with a dreamy expression and a peaceful atmosphere.&#10;&#10;Le contenu généré par l’IA peut être incorrect.">
            <a:extLst>
              <a:ext uri="{FF2B5EF4-FFF2-40B4-BE49-F238E27FC236}">
                <a16:creationId xmlns:a16="http://schemas.microsoft.com/office/drawing/2014/main" id="{E854E5E5-74D5-CC99-2037-06CA360390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253" y="1605901"/>
            <a:ext cx="4369950" cy="2718804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C0121B69-4177-3498-EC15-D7D1D89C790E}"/>
              </a:ext>
            </a:extLst>
          </p:cNvPr>
          <p:cNvSpPr txBox="1"/>
          <p:nvPr/>
        </p:nvSpPr>
        <p:spPr>
          <a:xfrm>
            <a:off x="5136597" y="2057362"/>
            <a:ext cx="639922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b="1" dirty="0"/>
              <a:t>Tu rentres tu t’allonges comme ça</a:t>
            </a:r>
          </a:p>
          <a:p>
            <a:r>
              <a:rPr lang="fr-FR" sz="2800" b="1" dirty="0">
                <a:sym typeface="Wingdings" panose="05000000000000000000" pitchFamily="2" charset="2"/>
              </a:rPr>
              <a:t></a:t>
            </a:r>
            <a:endParaRPr lang="fr-FR" sz="2800" b="1" dirty="0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69A4DD58-8BF7-0B8E-53E4-D1FA49F7C92D}"/>
              </a:ext>
            </a:extLst>
          </p:cNvPr>
          <p:cNvSpPr txBox="1"/>
          <p:nvPr/>
        </p:nvSpPr>
        <p:spPr>
          <a:xfrm>
            <a:off x="838200" y="5074323"/>
            <a:ext cx="639922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400" b="1" dirty="0"/>
              <a:t>Puis, d’un coup, y’a une flamme bleue elle te réveille dans ton rêve genre vas-y laisse moi dormir ?</a:t>
            </a:r>
          </a:p>
        </p:txBody>
      </p:sp>
      <p:pic>
        <p:nvPicPr>
          <p:cNvPr id="13" name="Image 12" descr="SALUT&#10;&#10;Le contenu généré par l’IA peut être incorrect.">
            <a:extLst>
              <a:ext uri="{FF2B5EF4-FFF2-40B4-BE49-F238E27FC236}">
                <a16:creationId xmlns:a16="http://schemas.microsoft.com/office/drawing/2014/main" id="{0A1E5B91-4B0F-2CC3-8EA3-6A390185B6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181" y="3805278"/>
            <a:ext cx="3542862" cy="2527105"/>
          </a:xfrm>
          <a:prstGeom prst="rect">
            <a:avLst/>
          </a:prstGeom>
        </p:spPr>
      </p:pic>
      <p:sp>
        <p:nvSpPr>
          <p:cNvPr id="15" name="ZoneTexte 14">
            <a:extLst>
              <a:ext uri="{FF2B5EF4-FFF2-40B4-BE49-F238E27FC236}">
                <a16:creationId xmlns:a16="http://schemas.microsoft.com/office/drawing/2014/main" id="{70A86F68-4D39-7F44-DD15-79EF5D75B999}"/>
              </a:ext>
            </a:extLst>
          </p:cNvPr>
          <p:cNvSpPr txBox="1"/>
          <p:nvPr/>
        </p:nvSpPr>
        <p:spPr>
          <a:xfrm>
            <a:off x="4954578" y="2488249"/>
            <a:ext cx="63992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b="1" dirty="0"/>
              <a:t>et tu tapes ta meilleure sieste</a:t>
            </a:r>
          </a:p>
        </p:txBody>
      </p:sp>
    </p:spTree>
    <p:extLst>
      <p:ext uri="{BB962C8B-B14F-4D97-AF65-F5344CB8AC3E}">
        <p14:creationId xmlns:p14="http://schemas.microsoft.com/office/powerpoint/2010/main" val="610279876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Fonds pour diaporamas : 15 exemples et modèles - Venngage">
            <a:extLst>
              <a:ext uri="{FF2B5EF4-FFF2-40B4-BE49-F238E27FC236}">
                <a16:creationId xmlns:a16="http://schemas.microsoft.com/office/drawing/2014/main" id="{62C09172-76D4-D2CB-D5B7-CF364C1D81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431"/>
            <a:ext cx="12192000" cy="6861431"/>
          </a:xfrm>
          <a:prstGeom prst="rect">
            <a:avLst/>
          </a:prstGeom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F1D7A048-32AB-794B-A7AF-6612A571C9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113871"/>
          </a:xfrm>
        </p:spPr>
        <p:txBody>
          <a:bodyPr>
            <a:normAutofit/>
          </a:bodyPr>
          <a:lstStyle/>
          <a:p>
            <a:pPr algn="ctr"/>
            <a:r>
              <a:rPr lang="fr-FR" sz="4600" b="1" u="sng" dirty="0"/>
              <a:t>Partie 2 – Le but du jeu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2597D0EB-31F4-AADC-F157-EDA5A66B287E}"/>
              </a:ext>
            </a:extLst>
          </p:cNvPr>
          <p:cNvSpPr txBox="1"/>
          <p:nvPr/>
        </p:nvSpPr>
        <p:spPr>
          <a:xfrm>
            <a:off x="460267" y="1798115"/>
            <a:ext cx="6339431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b="1" u="sng" dirty="0">
                <a:latin typeface="Aptos Slab SemiBold" panose="020F0502020204030204" pitchFamily="34" charset="0"/>
                <a:cs typeface="Aharoni" panose="020F0502020204030204" pitchFamily="2" charset="-79"/>
              </a:rPr>
              <a:t>Le but ? Te réveiller demain matin</a:t>
            </a:r>
          </a:p>
          <a:p>
            <a:endParaRPr lang="fr-FR" sz="2400" b="1" u="sng" dirty="0">
              <a:latin typeface="Aptos Slab SemiBold" panose="020F0502020204030204" pitchFamily="34" charset="0"/>
              <a:cs typeface="Aharoni" panose="020F0502020204030204" pitchFamily="2" charset="-79"/>
            </a:endParaRPr>
          </a:p>
          <a:p>
            <a:r>
              <a:rPr lang="fr-FR" sz="2400" b="1" dirty="0">
                <a:latin typeface="Aptos Slab SemiBold" panose="020F0502020204030204" pitchFamily="34" charset="0"/>
                <a:cs typeface="Aharoni" panose="020F0502020204030204" pitchFamily="2" charset="-79"/>
              </a:rPr>
              <a:t>Pour cela, il faudra avancer dans l’histoire en effectuant diverses tâches, dans la carte du jeu (voir ci-dessous)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EFB405DC-4D97-F34D-FD3B-38ABE1CCFBE6}"/>
              </a:ext>
            </a:extLst>
          </p:cNvPr>
          <p:cNvSpPr txBox="1"/>
          <p:nvPr/>
        </p:nvSpPr>
        <p:spPr>
          <a:xfrm>
            <a:off x="7549533" y="4407399"/>
            <a:ext cx="4381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(spoil de la map)</a:t>
            </a:r>
          </a:p>
        </p:txBody>
      </p:sp>
      <p:pic>
        <p:nvPicPr>
          <p:cNvPr id="10" name="Image 9" descr="The image is a text-based game interface displaying a shop where you can buy and sell items like gold, healing potions, poison potions, and various animal hides, with prices listed for each item.&#10;&#10;Le contenu généré par l’IA peut être incorrect.">
            <a:extLst>
              <a:ext uri="{FF2B5EF4-FFF2-40B4-BE49-F238E27FC236}">
                <a16:creationId xmlns:a16="http://schemas.microsoft.com/office/drawing/2014/main" id="{7CE70186-CE0D-75DE-1D1B-602261C21F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447" y="4338623"/>
            <a:ext cx="3691798" cy="2025461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1" name="Encre 10">
                <a:extLst>
                  <a:ext uri="{FF2B5EF4-FFF2-40B4-BE49-F238E27FC236}">
                    <a16:creationId xmlns:a16="http://schemas.microsoft.com/office/drawing/2014/main" id="{E85EF0A0-7E00-DF01-B86D-D6AC33A48966}"/>
                  </a:ext>
                </a:extLst>
              </p14:cNvPr>
              <p14:cNvContentPartPr/>
              <p14:nvPr/>
            </p14:nvContentPartPr>
            <p14:xfrm>
              <a:off x="521447" y="4097182"/>
              <a:ext cx="7462676" cy="360"/>
            </p14:xfrm>
          </p:contentPart>
        </mc:Choice>
        <mc:Fallback xmlns="">
          <p:pic>
            <p:nvPicPr>
              <p:cNvPr id="11" name="Encre 10">
                <a:extLst>
                  <a:ext uri="{FF2B5EF4-FFF2-40B4-BE49-F238E27FC236}">
                    <a16:creationId xmlns:a16="http://schemas.microsoft.com/office/drawing/2014/main" id="{E85EF0A0-7E00-DF01-B86D-D6AC33A4896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15327" y="4091062"/>
                <a:ext cx="7474916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2" name="Encre 11">
                <a:extLst>
                  <a:ext uri="{FF2B5EF4-FFF2-40B4-BE49-F238E27FC236}">
                    <a16:creationId xmlns:a16="http://schemas.microsoft.com/office/drawing/2014/main" id="{F1259AF3-4834-B990-3D7D-D4B6D4BAA6BF}"/>
                  </a:ext>
                </a:extLst>
              </p14:cNvPr>
              <p14:cNvContentPartPr/>
              <p14:nvPr/>
            </p14:nvContentPartPr>
            <p14:xfrm>
              <a:off x="527567" y="4232182"/>
              <a:ext cx="7456556" cy="360"/>
            </p14:xfrm>
          </p:contentPart>
        </mc:Choice>
        <mc:Fallback xmlns="">
          <p:pic>
            <p:nvPicPr>
              <p:cNvPr id="12" name="Encre 11">
                <a:extLst>
                  <a:ext uri="{FF2B5EF4-FFF2-40B4-BE49-F238E27FC236}">
                    <a16:creationId xmlns:a16="http://schemas.microsoft.com/office/drawing/2014/main" id="{F1259AF3-4834-B990-3D7D-D4B6D4BAA6BF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21447" y="4226062"/>
                <a:ext cx="7468796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13" name="ZoneTexte 12">
            <a:extLst>
              <a:ext uri="{FF2B5EF4-FFF2-40B4-BE49-F238E27FC236}">
                <a16:creationId xmlns:a16="http://schemas.microsoft.com/office/drawing/2014/main" id="{5743DCB2-65B1-1627-6271-758070B8ECC7}"/>
              </a:ext>
            </a:extLst>
          </p:cNvPr>
          <p:cNvSpPr txBox="1"/>
          <p:nvPr/>
        </p:nvSpPr>
        <p:spPr>
          <a:xfrm>
            <a:off x="4731558" y="4929593"/>
            <a:ext cx="413627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400" dirty="0">
                <a:latin typeface="Aptos Slab SemiBold" panose="020B0004020202020204" pitchFamily="34" charset="0"/>
              </a:rPr>
              <a:t>Évidemment, des PNJ vous aiderons dans votre aventure 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4" name="Encre 13">
                <a:extLst>
                  <a:ext uri="{FF2B5EF4-FFF2-40B4-BE49-F238E27FC236}">
                    <a16:creationId xmlns:a16="http://schemas.microsoft.com/office/drawing/2014/main" id="{8CBCE8C8-BB41-FCDF-2C63-8B0B6F0A14BB}"/>
                  </a:ext>
                </a:extLst>
              </p14:cNvPr>
              <p14:cNvContentPartPr/>
              <p14:nvPr/>
            </p14:nvContentPartPr>
            <p14:xfrm>
              <a:off x="4728947" y="5843542"/>
              <a:ext cx="1321560" cy="558360"/>
            </p14:xfrm>
          </p:contentPart>
        </mc:Choice>
        <mc:Fallback xmlns="">
          <p:pic>
            <p:nvPicPr>
              <p:cNvPr id="14" name="Encre 13">
                <a:extLst>
                  <a:ext uri="{FF2B5EF4-FFF2-40B4-BE49-F238E27FC236}">
                    <a16:creationId xmlns:a16="http://schemas.microsoft.com/office/drawing/2014/main" id="{8CBCE8C8-BB41-FCDF-2C63-8B0B6F0A14BB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722827" y="5837422"/>
                <a:ext cx="1333800" cy="57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3" name="Encre 22">
                <a:extLst>
                  <a:ext uri="{FF2B5EF4-FFF2-40B4-BE49-F238E27FC236}">
                    <a16:creationId xmlns:a16="http://schemas.microsoft.com/office/drawing/2014/main" id="{4A0278BF-42D6-55FA-A25C-1D03BE28972B}"/>
                  </a:ext>
                </a:extLst>
              </p14:cNvPr>
              <p14:cNvContentPartPr/>
              <p14:nvPr/>
            </p14:nvContentPartPr>
            <p14:xfrm>
              <a:off x="5567837" y="6062602"/>
              <a:ext cx="68400" cy="153360"/>
            </p14:xfrm>
          </p:contentPart>
        </mc:Choice>
        <mc:Fallback xmlns="">
          <p:pic>
            <p:nvPicPr>
              <p:cNvPr id="23" name="Encre 22">
                <a:extLst>
                  <a:ext uri="{FF2B5EF4-FFF2-40B4-BE49-F238E27FC236}">
                    <a16:creationId xmlns:a16="http://schemas.microsoft.com/office/drawing/2014/main" id="{4A0278BF-42D6-55FA-A25C-1D03BE28972B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561717" y="6056482"/>
                <a:ext cx="80640" cy="165600"/>
              </a:xfrm>
              <a:prstGeom prst="rect">
                <a:avLst/>
              </a:prstGeom>
            </p:spPr>
          </p:pic>
        </mc:Fallback>
      </mc:AlternateContent>
      <p:grpSp>
        <p:nvGrpSpPr>
          <p:cNvPr id="26" name="Groupe 25">
            <a:extLst>
              <a:ext uri="{FF2B5EF4-FFF2-40B4-BE49-F238E27FC236}">
                <a16:creationId xmlns:a16="http://schemas.microsoft.com/office/drawing/2014/main" id="{C7F510D6-994B-11BA-C5D7-D8BD6BAF96A5}"/>
              </a:ext>
            </a:extLst>
          </p:cNvPr>
          <p:cNvGrpSpPr/>
          <p:nvPr/>
        </p:nvGrpSpPr>
        <p:grpSpPr>
          <a:xfrm>
            <a:off x="5038367" y="6060442"/>
            <a:ext cx="423360" cy="142200"/>
            <a:chOff x="4966367" y="5711782"/>
            <a:chExt cx="423360" cy="142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5" name="Encre 14">
                  <a:extLst>
                    <a:ext uri="{FF2B5EF4-FFF2-40B4-BE49-F238E27FC236}">
                      <a16:creationId xmlns:a16="http://schemas.microsoft.com/office/drawing/2014/main" id="{36540199-0A07-E95B-5AB8-D96408D92143}"/>
                    </a:ext>
                  </a:extLst>
                </p14:cNvPr>
                <p14:cNvContentPartPr/>
                <p14:nvPr/>
              </p14:nvContentPartPr>
              <p14:xfrm>
                <a:off x="4966367" y="5711782"/>
                <a:ext cx="127440" cy="132480"/>
              </p14:xfrm>
            </p:contentPart>
          </mc:Choice>
          <mc:Fallback xmlns="">
            <p:pic>
              <p:nvPicPr>
                <p:cNvPr id="15" name="Encre 14">
                  <a:extLst>
                    <a:ext uri="{FF2B5EF4-FFF2-40B4-BE49-F238E27FC236}">
                      <a16:creationId xmlns:a16="http://schemas.microsoft.com/office/drawing/2014/main" id="{36540199-0A07-E95B-5AB8-D96408D92143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960247" y="5705662"/>
                  <a:ext cx="13968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6" name="Encre 15">
                  <a:extLst>
                    <a:ext uri="{FF2B5EF4-FFF2-40B4-BE49-F238E27FC236}">
                      <a16:creationId xmlns:a16="http://schemas.microsoft.com/office/drawing/2014/main" id="{F9194CD3-B4FA-553A-0F58-428748AC8E20}"/>
                    </a:ext>
                  </a:extLst>
                </p14:cNvPr>
                <p14:cNvContentPartPr/>
                <p14:nvPr/>
              </p14:nvContentPartPr>
              <p14:xfrm>
                <a:off x="5132327" y="5737702"/>
                <a:ext cx="23040" cy="105840"/>
              </p14:xfrm>
            </p:contentPart>
          </mc:Choice>
          <mc:Fallback xmlns="">
            <p:pic>
              <p:nvPicPr>
                <p:cNvPr id="16" name="Encre 15">
                  <a:extLst>
                    <a:ext uri="{FF2B5EF4-FFF2-40B4-BE49-F238E27FC236}">
                      <a16:creationId xmlns:a16="http://schemas.microsoft.com/office/drawing/2014/main" id="{F9194CD3-B4FA-553A-0F58-428748AC8E20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126207" y="5731582"/>
                  <a:ext cx="3528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8" name="Encre 17">
                  <a:extLst>
                    <a:ext uri="{FF2B5EF4-FFF2-40B4-BE49-F238E27FC236}">
                      <a16:creationId xmlns:a16="http://schemas.microsoft.com/office/drawing/2014/main" id="{25F135C2-A3C5-BDAC-0CF8-C8F5263FCA11}"/>
                    </a:ext>
                  </a:extLst>
                </p14:cNvPr>
                <p14:cNvContentPartPr/>
                <p14:nvPr/>
              </p14:nvContentPartPr>
              <p14:xfrm>
                <a:off x="5211167" y="5737702"/>
                <a:ext cx="18000" cy="116280"/>
              </p14:xfrm>
            </p:contentPart>
          </mc:Choice>
          <mc:Fallback xmlns="">
            <p:pic>
              <p:nvPicPr>
                <p:cNvPr id="18" name="Encre 17">
                  <a:extLst>
                    <a:ext uri="{FF2B5EF4-FFF2-40B4-BE49-F238E27FC236}">
                      <a16:creationId xmlns:a16="http://schemas.microsoft.com/office/drawing/2014/main" id="{25F135C2-A3C5-BDAC-0CF8-C8F5263FCA11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205047" y="5731582"/>
                  <a:ext cx="3024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9" name="Encre 18">
                  <a:extLst>
                    <a:ext uri="{FF2B5EF4-FFF2-40B4-BE49-F238E27FC236}">
                      <a16:creationId xmlns:a16="http://schemas.microsoft.com/office/drawing/2014/main" id="{BAA44805-EEA9-E699-C485-9720D83CA9D6}"/>
                    </a:ext>
                  </a:extLst>
                </p14:cNvPr>
                <p14:cNvContentPartPr/>
                <p14:nvPr/>
              </p14:nvContentPartPr>
              <p14:xfrm>
                <a:off x="5148527" y="5799262"/>
                <a:ext cx="48600" cy="360"/>
              </p14:xfrm>
            </p:contentPart>
          </mc:Choice>
          <mc:Fallback xmlns="">
            <p:pic>
              <p:nvPicPr>
                <p:cNvPr id="19" name="Encre 18">
                  <a:extLst>
                    <a:ext uri="{FF2B5EF4-FFF2-40B4-BE49-F238E27FC236}">
                      <a16:creationId xmlns:a16="http://schemas.microsoft.com/office/drawing/2014/main" id="{BAA44805-EEA9-E699-C485-9720D83CA9D6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142407" y="5793142"/>
                  <a:ext cx="6084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1" name="Encre 20">
                  <a:extLst>
                    <a:ext uri="{FF2B5EF4-FFF2-40B4-BE49-F238E27FC236}">
                      <a16:creationId xmlns:a16="http://schemas.microsoft.com/office/drawing/2014/main" id="{EED0CDBB-EB45-37F5-A524-A92D78B203B8}"/>
                    </a:ext>
                  </a:extLst>
                </p14:cNvPr>
                <p14:cNvContentPartPr/>
                <p14:nvPr/>
              </p14:nvContentPartPr>
              <p14:xfrm>
                <a:off x="5289287" y="5718982"/>
                <a:ext cx="100440" cy="124560"/>
              </p14:xfrm>
            </p:contentPart>
          </mc:Choice>
          <mc:Fallback xmlns="">
            <p:pic>
              <p:nvPicPr>
                <p:cNvPr id="21" name="Encre 20">
                  <a:extLst>
                    <a:ext uri="{FF2B5EF4-FFF2-40B4-BE49-F238E27FC236}">
                      <a16:creationId xmlns:a16="http://schemas.microsoft.com/office/drawing/2014/main" id="{EED0CDBB-EB45-37F5-A524-A92D78B203B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283167" y="5712862"/>
                  <a:ext cx="11268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5" name="Encre 24">
                  <a:extLst>
                    <a:ext uri="{FF2B5EF4-FFF2-40B4-BE49-F238E27FC236}">
                      <a16:creationId xmlns:a16="http://schemas.microsoft.com/office/drawing/2014/main" id="{C439B2C4-7BE1-9834-9962-DAF5B8E34338}"/>
                    </a:ext>
                  </a:extLst>
                </p14:cNvPr>
                <p14:cNvContentPartPr/>
                <p14:nvPr/>
              </p14:nvContentPartPr>
              <p14:xfrm>
                <a:off x="5185607" y="5793142"/>
                <a:ext cx="23040" cy="360"/>
              </p14:xfrm>
            </p:contentPart>
          </mc:Choice>
          <mc:Fallback xmlns="">
            <p:pic>
              <p:nvPicPr>
                <p:cNvPr id="25" name="Encre 24">
                  <a:extLst>
                    <a:ext uri="{FF2B5EF4-FFF2-40B4-BE49-F238E27FC236}">
                      <a16:creationId xmlns:a16="http://schemas.microsoft.com/office/drawing/2014/main" id="{C439B2C4-7BE1-9834-9962-DAF5B8E34338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179487" y="5787022"/>
                  <a:ext cx="35280" cy="1260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27" name="ZoneTexte 26">
            <a:extLst>
              <a:ext uri="{FF2B5EF4-FFF2-40B4-BE49-F238E27FC236}">
                <a16:creationId xmlns:a16="http://schemas.microsoft.com/office/drawing/2014/main" id="{EFA68EC0-43F4-6D94-0D9C-3AA4DD9B987D}"/>
              </a:ext>
            </a:extLst>
          </p:cNvPr>
          <p:cNvSpPr txBox="1"/>
          <p:nvPr/>
        </p:nvSpPr>
        <p:spPr>
          <a:xfrm>
            <a:off x="924420" y="6364084"/>
            <a:ext cx="28858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(second spoil du gameplay)</a:t>
            </a:r>
          </a:p>
        </p:txBody>
      </p:sp>
      <p:pic>
        <p:nvPicPr>
          <p:cNvPr id="9" name="Image 8" descr="The image is a vibrant, colored map of a region, possibly with distinct geographical or political boundaries.&#10;&#10;Le contenu généré par l’IA peut être incorrect.">
            <a:extLst>
              <a:ext uri="{FF2B5EF4-FFF2-40B4-BE49-F238E27FC236}">
                <a16:creationId xmlns:a16="http://schemas.microsoft.com/office/drawing/2014/main" id="{A107B4B9-D866-48FA-779C-0ADC0C39F2A0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580762" y="1559075"/>
            <a:ext cx="2319479" cy="2713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3356877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Image 26" descr="Fonds pour diaporamas : 15 exemples et modèles - Venngage">
            <a:extLst>
              <a:ext uri="{FF2B5EF4-FFF2-40B4-BE49-F238E27FC236}">
                <a16:creationId xmlns:a16="http://schemas.microsoft.com/office/drawing/2014/main" id="{EC2D5291-800E-0055-7D80-B638DC5CC2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61431"/>
          </a:xfrm>
          <a:prstGeom prst="rect">
            <a:avLst/>
          </a:prstGeom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2216D937-E979-9461-B916-D28406F631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3918"/>
            <a:ext cx="10515600" cy="1113871"/>
          </a:xfrm>
        </p:spPr>
        <p:txBody>
          <a:bodyPr>
            <a:normAutofit/>
          </a:bodyPr>
          <a:lstStyle/>
          <a:p>
            <a:pPr algn="ctr"/>
            <a:r>
              <a:rPr lang="fr-FR" sz="4600" b="1" u="sng" dirty="0"/>
              <a:t>Partie 3 – Le gameplay &amp; mécaniques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26AD7203-F938-70AA-B600-24A75DC9F16A}"/>
              </a:ext>
            </a:extLst>
          </p:cNvPr>
          <p:cNvSpPr txBox="1"/>
          <p:nvPr/>
        </p:nvSpPr>
        <p:spPr>
          <a:xfrm>
            <a:off x="336188" y="1551152"/>
            <a:ext cx="3050045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600" dirty="0"/>
              <a:t>Un style de </a:t>
            </a:r>
            <a:r>
              <a:rPr lang="fr-FR" sz="2600" dirty="0">
                <a:solidFill>
                  <a:srgbClr val="FF0000"/>
                </a:solidFill>
              </a:rPr>
              <a:t>combat</a:t>
            </a:r>
            <a:r>
              <a:rPr lang="fr-FR" sz="2600" dirty="0"/>
              <a:t> en </a:t>
            </a:r>
            <a:r>
              <a:rPr lang="fr-FR" sz="2600" b="1" u="sng" dirty="0"/>
              <a:t>tour par tour</a:t>
            </a:r>
            <a:r>
              <a:rPr lang="fr-FR" sz="2600" dirty="0"/>
              <a:t> ! </a:t>
            </a:r>
            <a:r>
              <a:rPr lang="fr-FR" sz="2600" dirty="0">
                <a:sym typeface="Wingdings" panose="05000000000000000000" pitchFamily="2" charset="2"/>
              </a:rPr>
              <a:t></a:t>
            </a:r>
            <a:endParaRPr lang="fr-FR" sz="2600"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BDB0AC44-A7E8-459F-B6B1-6D47444A14A5}"/>
              </a:ext>
            </a:extLst>
          </p:cNvPr>
          <p:cNvSpPr txBox="1"/>
          <p:nvPr/>
        </p:nvSpPr>
        <p:spPr>
          <a:xfrm>
            <a:off x="8700638" y="1511632"/>
            <a:ext cx="3050045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600" dirty="0"/>
              <a:t>Des </a:t>
            </a:r>
            <a:r>
              <a:rPr lang="fr-FR" sz="2600" u="sng" dirty="0">
                <a:solidFill>
                  <a:schemeClr val="bg2">
                    <a:lumMod val="50000"/>
                  </a:schemeClr>
                </a:solidFill>
              </a:rPr>
              <a:t>armes</a:t>
            </a:r>
            <a:r>
              <a:rPr lang="fr-FR" sz="2600" dirty="0"/>
              <a:t>, </a:t>
            </a:r>
            <a:r>
              <a:rPr lang="fr-FR" sz="2600" u="sng" dirty="0">
                <a:solidFill>
                  <a:schemeClr val="accent5">
                    <a:lumMod val="75000"/>
                  </a:schemeClr>
                </a:solidFill>
              </a:rPr>
              <a:t>sorts</a:t>
            </a:r>
            <a:r>
              <a:rPr lang="fr-FR" sz="2600" dirty="0"/>
              <a:t>, et </a:t>
            </a:r>
            <a:r>
              <a:rPr lang="fr-FR" sz="2600" u="sng" dirty="0">
                <a:solidFill>
                  <a:schemeClr val="accent2">
                    <a:lumMod val="50000"/>
                  </a:schemeClr>
                </a:solidFill>
              </a:rPr>
              <a:t>équipements</a:t>
            </a:r>
            <a:r>
              <a:rPr lang="fr-FR" sz="2600" dirty="0"/>
              <a:t> </a:t>
            </a:r>
            <a:r>
              <a:rPr lang="fr-FR" sz="2600" b="1" dirty="0"/>
              <a:t>jamais vu ailleurs</a:t>
            </a:r>
            <a:r>
              <a:rPr lang="fr-FR" sz="2600" dirty="0"/>
              <a:t> !</a:t>
            </a:r>
          </a:p>
        </p:txBody>
      </p:sp>
      <p:grpSp>
        <p:nvGrpSpPr>
          <p:cNvPr id="44" name="Groupe 43">
            <a:extLst>
              <a:ext uri="{FF2B5EF4-FFF2-40B4-BE49-F238E27FC236}">
                <a16:creationId xmlns:a16="http://schemas.microsoft.com/office/drawing/2014/main" id="{33C324B8-94D2-2EFE-B76B-3840AF525678}"/>
              </a:ext>
            </a:extLst>
          </p:cNvPr>
          <p:cNvGrpSpPr/>
          <p:nvPr/>
        </p:nvGrpSpPr>
        <p:grpSpPr>
          <a:xfrm>
            <a:off x="200849" y="3064906"/>
            <a:ext cx="3866911" cy="3701519"/>
            <a:chOff x="8241217" y="3000131"/>
            <a:chExt cx="3866911" cy="3701519"/>
          </a:xfrm>
        </p:grpSpPr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1C9CF4CE-2988-E9FE-8AC9-7026E23FEF78}"/>
                </a:ext>
              </a:extLst>
            </p:cNvPr>
            <p:cNvSpPr txBox="1"/>
            <p:nvPr/>
          </p:nvSpPr>
          <p:spPr>
            <a:xfrm>
              <a:off x="8376556" y="3000131"/>
              <a:ext cx="3596231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fr-FR" sz="2600" dirty="0"/>
                <a:t>Un système d’</a:t>
              </a:r>
              <a:r>
                <a:rPr lang="fr-FR" sz="2600" b="1" u="sng" dirty="0"/>
                <a:t>XP</a:t>
              </a:r>
              <a:r>
                <a:rPr lang="fr-FR" sz="2600" dirty="0"/>
                <a:t> et des </a:t>
              </a:r>
              <a:r>
                <a:rPr lang="fr-FR" sz="2600" b="1" u="sng" dirty="0">
                  <a:solidFill>
                    <a:srgbClr val="FFCC00"/>
                  </a:solidFill>
                </a:rPr>
                <a:t>quêtes</a:t>
              </a:r>
              <a:r>
                <a:rPr lang="fr-FR" sz="2600" dirty="0"/>
                <a:t> !</a:t>
              </a:r>
              <a:endParaRPr lang="fr-FR" sz="2600" u="sng" dirty="0"/>
            </a:p>
          </p:txBody>
        </p:sp>
        <p:pic>
          <p:nvPicPr>
            <p:cNvPr id="25" name="Image 24" descr="The image displays a list of quests for a guild member, detailing the rank, experience points, and gold reward for completing tasks such as rat infestation, wolf patrol, goblin training, and a sand arena trial.&#10;&#10;Le contenu généré par l’IA peut être incorrect.">
              <a:extLst>
                <a:ext uri="{FF2B5EF4-FFF2-40B4-BE49-F238E27FC236}">
                  <a16:creationId xmlns:a16="http://schemas.microsoft.com/office/drawing/2014/main" id="{5E19DBCC-DD53-3737-D1E3-C6524AA44FE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241217" y="4411115"/>
              <a:ext cx="3866911" cy="2290535"/>
            </a:xfrm>
            <a:prstGeom prst="rect">
              <a:avLst/>
            </a:prstGeom>
          </p:spPr>
        </p:pic>
        <p:pic>
          <p:nvPicPr>
            <p:cNvPr id="31" name="Image 30" descr="F&#10;&#10;Le contenu généré par l’IA peut être incorrect.">
              <a:extLst>
                <a:ext uri="{FF2B5EF4-FFF2-40B4-BE49-F238E27FC236}">
                  <a16:creationId xmlns:a16="http://schemas.microsoft.com/office/drawing/2014/main" id="{5BA579D2-7289-3495-4756-CE3EA480FAE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241217" y="3606188"/>
              <a:ext cx="2132585" cy="750978"/>
            </a:xfrm>
            <a:prstGeom prst="rect">
              <a:avLst/>
            </a:prstGeom>
          </p:spPr>
        </p:pic>
      </p:grpSp>
      <p:grpSp>
        <p:nvGrpSpPr>
          <p:cNvPr id="43" name="Groupe 42">
            <a:extLst>
              <a:ext uri="{FF2B5EF4-FFF2-40B4-BE49-F238E27FC236}">
                <a16:creationId xmlns:a16="http://schemas.microsoft.com/office/drawing/2014/main" id="{01A8EAE2-60B9-29FC-2109-2ED4968B112B}"/>
              </a:ext>
            </a:extLst>
          </p:cNvPr>
          <p:cNvGrpSpPr/>
          <p:nvPr/>
        </p:nvGrpSpPr>
        <p:grpSpPr>
          <a:xfrm>
            <a:off x="4872710" y="5125534"/>
            <a:ext cx="7012949" cy="1675317"/>
            <a:chOff x="288436" y="5144641"/>
            <a:chExt cx="7012949" cy="1675317"/>
          </a:xfrm>
        </p:grpSpPr>
        <p:sp>
          <p:nvSpPr>
            <p:cNvPr id="10" name="ZoneTexte 9">
              <a:extLst>
                <a:ext uri="{FF2B5EF4-FFF2-40B4-BE49-F238E27FC236}">
                  <a16:creationId xmlns:a16="http://schemas.microsoft.com/office/drawing/2014/main" id="{A50C5D9A-EF41-3D65-2577-451D3DC9B9E2}"/>
                </a:ext>
              </a:extLst>
            </p:cNvPr>
            <p:cNvSpPr txBox="1"/>
            <p:nvPr/>
          </p:nvSpPr>
          <p:spPr>
            <a:xfrm>
              <a:off x="288436" y="5491514"/>
              <a:ext cx="3050045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600" dirty="0"/>
                <a:t>Des mobs </a:t>
              </a:r>
              <a:r>
                <a:rPr lang="fr-FR" sz="2600" b="1" u="sng" dirty="0"/>
                <a:t>diverses</a:t>
              </a:r>
              <a:r>
                <a:rPr lang="fr-FR" sz="2600" dirty="0"/>
                <a:t> et </a:t>
              </a:r>
              <a:r>
                <a:rPr lang="fr-FR" sz="2600" b="1" u="sng" dirty="0"/>
                <a:t>originaux</a:t>
              </a:r>
              <a:r>
                <a:rPr lang="fr-FR" sz="2600" dirty="0"/>
                <a:t> !</a:t>
              </a:r>
              <a:endParaRPr lang="fr-FR" sz="2600" b="1" u="sng" dirty="0"/>
            </a:p>
          </p:txBody>
        </p:sp>
        <p:pic>
          <p:nvPicPr>
            <p:cNvPr id="17" name="Image 16" descr="The text provided seems to be a random sequence of characters, symbols, and fragments of text that does not form a coherent sentence or description. It appears to be a mishmash of symbols, numbers, and fragments of words, making it difficult to interpret.&#10;&#10;Le contenu généré par l’IA peut être incorrect.">
              <a:extLst>
                <a:ext uri="{FF2B5EF4-FFF2-40B4-BE49-F238E27FC236}">
                  <a16:creationId xmlns:a16="http://schemas.microsoft.com/office/drawing/2014/main" id="{5C7D8CD3-A7DB-FA2C-2A94-33F920B43E3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499875" y="5144641"/>
              <a:ext cx="1232979" cy="1273349"/>
            </a:xfrm>
            <a:prstGeom prst="rect">
              <a:avLst/>
            </a:prstGeom>
          </p:spPr>
        </p:pic>
        <p:pic>
          <p:nvPicPr>
            <p:cNvPr id="19" name="Image 18" descr="The text appears to be a corrupted or garbled representation, possibly a coding error or placeholder text, rather than an image description.&#10;&#10;Le contenu généré par l’IA peut être incorrect.">
              <a:extLst>
                <a:ext uri="{FF2B5EF4-FFF2-40B4-BE49-F238E27FC236}">
                  <a16:creationId xmlns:a16="http://schemas.microsoft.com/office/drawing/2014/main" id="{3445A8C0-71D3-D16C-4027-EE14FE4FA4E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068405" y="5311699"/>
              <a:ext cx="1232980" cy="1020619"/>
            </a:xfrm>
            <a:prstGeom prst="rect">
              <a:avLst/>
            </a:prstGeom>
          </p:spPr>
        </p:pic>
        <p:pic>
          <p:nvPicPr>
            <p:cNvPr id="23" name="Image 22" descr="The image depicts a red geometric figure resembling a cartoonish face with glowing red lines around it, set against a black background.&#10;&#10;Le contenu généré par l’IA peut être incorrect.">
              <a:extLst>
                <a:ext uri="{FF2B5EF4-FFF2-40B4-BE49-F238E27FC236}">
                  <a16:creationId xmlns:a16="http://schemas.microsoft.com/office/drawing/2014/main" id="{4F2A1446-D41E-A227-3950-01CB4ED0189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087000" y="5693520"/>
              <a:ext cx="659698" cy="1008130"/>
            </a:xfrm>
            <a:prstGeom prst="rect">
              <a:avLst/>
            </a:prstGeom>
          </p:spPr>
        </p:pic>
        <p:sp>
          <p:nvSpPr>
            <p:cNvPr id="32" name="ZoneTexte 31">
              <a:extLst>
                <a:ext uri="{FF2B5EF4-FFF2-40B4-BE49-F238E27FC236}">
                  <a16:creationId xmlns:a16="http://schemas.microsoft.com/office/drawing/2014/main" id="{9C789840-10DC-3378-3224-47BB615578F8}"/>
                </a:ext>
              </a:extLst>
            </p:cNvPr>
            <p:cNvSpPr txBox="1"/>
            <p:nvPr/>
          </p:nvSpPr>
          <p:spPr>
            <a:xfrm>
              <a:off x="3594737" y="6450626"/>
              <a:ext cx="104325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dirty="0"/>
                <a:t>(gobelin)</a:t>
              </a:r>
            </a:p>
          </p:txBody>
        </p:sp>
        <p:sp>
          <p:nvSpPr>
            <p:cNvPr id="34" name="ZoneTexte 33">
              <a:extLst>
                <a:ext uri="{FF2B5EF4-FFF2-40B4-BE49-F238E27FC236}">
                  <a16:creationId xmlns:a16="http://schemas.microsoft.com/office/drawing/2014/main" id="{27CAECAE-DCBC-0A8D-9970-E1A9A414FE7D}"/>
                </a:ext>
              </a:extLst>
            </p:cNvPr>
            <p:cNvSpPr txBox="1"/>
            <p:nvPr/>
          </p:nvSpPr>
          <p:spPr>
            <a:xfrm>
              <a:off x="6163268" y="6332318"/>
              <a:ext cx="104325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dirty="0"/>
                <a:t>(slime)</a:t>
              </a:r>
            </a:p>
          </p:txBody>
        </p:sp>
        <p:sp>
          <p:nvSpPr>
            <p:cNvPr id="36" name="ZoneTexte 35">
              <a:extLst>
                <a:ext uri="{FF2B5EF4-FFF2-40B4-BE49-F238E27FC236}">
                  <a16:creationId xmlns:a16="http://schemas.microsoft.com/office/drawing/2014/main" id="{35873F62-B917-5BB1-1E3F-48463A7ED552}"/>
                </a:ext>
              </a:extLst>
            </p:cNvPr>
            <p:cNvSpPr txBox="1"/>
            <p:nvPr/>
          </p:nvSpPr>
          <p:spPr>
            <a:xfrm>
              <a:off x="4864298" y="5194338"/>
              <a:ext cx="104325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dirty="0"/>
                <a:t>(kobolt)</a:t>
              </a:r>
            </a:p>
          </p:txBody>
        </p:sp>
      </p:grpSp>
      <p:cxnSp>
        <p:nvCxnSpPr>
          <p:cNvPr id="38" name="Connecteur droit 37">
            <a:extLst>
              <a:ext uri="{FF2B5EF4-FFF2-40B4-BE49-F238E27FC236}">
                <a16:creationId xmlns:a16="http://schemas.microsoft.com/office/drawing/2014/main" id="{A7BCA33B-9C78-1496-4184-78FC9038AC1A}"/>
              </a:ext>
            </a:extLst>
          </p:cNvPr>
          <p:cNvCxnSpPr/>
          <p:nvPr/>
        </p:nvCxnSpPr>
        <p:spPr>
          <a:xfrm>
            <a:off x="4516769" y="4915666"/>
            <a:ext cx="7511581" cy="0"/>
          </a:xfrm>
          <a:prstGeom prst="line">
            <a:avLst/>
          </a:prstGeom>
          <a:ln w="7620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Connecteur droit 38">
            <a:extLst>
              <a:ext uri="{FF2B5EF4-FFF2-40B4-BE49-F238E27FC236}">
                <a16:creationId xmlns:a16="http://schemas.microsoft.com/office/drawing/2014/main" id="{803172D3-74BB-CAFE-4BE3-7A66F3A5DD79}"/>
              </a:ext>
            </a:extLst>
          </p:cNvPr>
          <p:cNvCxnSpPr>
            <a:cxnSpLocks/>
          </p:cNvCxnSpPr>
          <p:nvPr/>
        </p:nvCxnSpPr>
        <p:spPr>
          <a:xfrm flipV="1">
            <a:off x="4322387" y="3166647"/>
            <a:ext cx="0" cy="3599778"/>
          </a:xfrm>
          <a:prstGeom prst="line">
            <a:avLst/>
          </a:prstGeom>
          <a:ln w="7620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Connecteur droit 44">
            <a:extLst>
              <a:ext uri="{FF2B5EF4-FFF2-40B4-BE49-F238E27FC236}">
                <a16:creationId xmlns:a16="http://schemas.microsoft.com/office/drawing/2014/main" id="{E03F9FB9-983A-93EB-FEB0-FC5EF87CCD85}"/>
              </a:ext>
            </a:extLst>
          </p:cNvPr>
          <p:cNvCxnSpPr>
            <a:cxnSpLocks/>
          </p:cNvCxnSpPr>
          <p:nvPr/>
        </p:nvCxnSpPr>
        <p:spPr>
          <a:xfrm>
            <a:off x="107042" y="3003767"/>
            <a:ext cx="7977107" cy="0"/>
          </a:xfrm>
          <a:prstGeom prst="line">
            <a:avLst/>
          </a:prstGeom>
          <a:ln w="7620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2" name="Image 51" descr="Flee.&#10;&#10;Le contenu généré par l’IA peut être incorrect.">
            <a:extLst>
              <a:ext uri="{FF2B5EF4-FFF2-40B4-BE49-F238E27FC236}">
                <a16:creationId xmlns:a16="http://schemas.microsoft.com/office/drawing/2014/main" id="{6BD9C875-C21A-2E50-216F-B2B1A0E9B86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22421" y="1598089"/>
            <a:ext cx="3676839" cy="1028753"/>
          </a:xfrm>
          <a:prstGeom prst="rect">
            <a:avLst/>
          </a:prstGeom>
        </p:spPr>
      </p:pic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8AB780C4-2D29-0B2B-A6D5-76D3CEA2E13D}"/>
              </a:ext>
            </a:extLst>
          </p:cNvPr>
          <p:cNvCxnSpPr>
            <a:cxnSpLocks/>
          </p:cNvCxnSpPr>
          <p:nvPr/>
        </p:nvCxnSpPr>
        <p:spPr>
          <a:xfrm flipV="1">
            <a:off x="8304222" y="1368049"/>
            <a:ext cx="0" cy="3393713"/>
          </a:xfrm>
          <a:prstGeom prst="line">
            <a:avLst/>
          </a:prstGeom>
          <a:ln w="7620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9" name="ZoneTexte 58">
            <a:extLst>
              <a:ext uri="{FF2B5EF4-FFF2-40B4-BE49-F238E27FC236}">
                <a16:creationId xmlns:a16="http://schemas.microsoft.com/office/drawing/2014/main" id="{DA725E1E-8F4C-3C15-A6AF-73C3D8D97EF5}"/>
              </a:ext>
            </a:extLst>
          </p:cNvPr>
          <p:cNvSpPr txBox="1"/>
          <p:nvPr/>
        </p:nvSpPr>
        <p:spPr>
          <a:xfrm>
            <a:off x="4403948" y="3131546"/>
            <a:ext cx="3850857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5000" b="1" u="sng" dirty="0">
                <a:solidFill>
                  <a:srgbClr val="FF0000"/>
                </a:solidFill>
              </a:rPr>
              <a:t>Ça,</a:t>
            </a:r>
          </a:p>
          <a:p>
            <a:pPr algn="ctr"/>
            <a:r>
              <a:rPr lang="fr-FR" sz="5000" b="1" u="sng" dirty="0">
                <a:solidFill>
                  <a:srgbClr val="FF0000"/>
                </a:solidFill>
              </a:rPr>
              <a:t>c’est RUNA !</a:t>
            </a:r>
          </a:p>
        </p:txBody>
      </p:sp>
      <p:pic>
        <p:nvPicPr>
          <p:cNvPr id="61" name="Image 60" descr="The image displays a list of starting equipment for a character, including a hat, tunic, pants, boots, and a sword.&#10;&#10;Le contenu généré par l’IA peut être incorrect.">
            <a:extLst>
              <a:ext uri="{FF2B5EF4-FFF2-40B4-BE49-F238E27FC236}">
                <a16:creationId xmlns:a16="http://schemas.microsoft.com/office/drawing/2014/main" id="{C065E657-151C-F127-6260-632634B1C82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22118" y="3061331"/>
            <a:ext cx="2153151" cy="1219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5078819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Fonds pour diaporamas : 15 exemples et modèles - Venngage">
            <a:extLst>
              <a:ext uri="{FF2B5EF4-FFF2-40B4-BE49-F238E27FC236}">
                <a16:creationId xmlns:a16="http://schemas.microsoft.com/office/drawing/2014/main" id="{8C4D65F0-3994-22E2-E7A7-920F03B038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431"/>
            <a:ext cx="12192000" cy="6861431"/>
          </a:xfrm>
          <a:prstGeom prst="rect">
            <a:avLst/>
          </a:prstGeom>
        </p:spPr>
      </p:pic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82E6CEAE-BEFF-C2CD-7B81-2D88B63842F2}"/>
              </a:ext>
            </a:extLst>
          </p:cNvPr>
          <p:cNvSpPr/>
          <p:nvPr/>
        </p:nvSpPr>
        <p:spPr>
          <a:xfrm>
            <a:off x="963495" y="472542"/>
            <a:ext cx="10089085" cy="580552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E2AE0088-418F-C79F-3932-586914A2170A}"/>
              </a:ext>
            </a:extLst>
          </p:cNvPr>
          <p:cNvSpPr txBox="1"/>
          <p:nvPr/>
        </p:nvSpPr>
        <p:spPr>
          <a:xfrm>
            <a:off x="1614008" y="810072"/>
            <a:ext cx="870214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5000" b="1" dirty="0"/>
              <a:t>🔧 </a:t>
            </a:r>
            <a:r>
              <a:rPr lang="fr-FR" sz="5000" b="1" u="sng" dirty="0"/>
              <a:t>Les outils utilisés</a:t>
            </a:r>
            <a:r>
              <a:rPr lang="fr-FR" sz="5000" dirty="0"/>
              <a:t> </a:t>
            </a:r>
            <a:r>
              <a:rPr lang="fr-FR" sz="5000" b="1" dirty="0"/>
              <a:t>🛠️</a:t>
            </a:r>
            <a:endParaRPr lang="fr-FR" sz="5000" b="1" u="sng" dirty="0"/>
          </a:p>
        </p:txBody>
      </p:sp>
      <p:sp>
        <p:nvSpPr>
          <p:cNvPr id="9" name="Demi-cadre 8">
            <a:extLst>
              <a:ext uri="{FF2B5EF4-FFF2-40B4-BE49-F238E27FC236}">
                <a16:creationId xmlns:a16="http://schemas.microsoft.com/office/drawing/2014/main" id="{D119ED51-21BE-771B-C061-EAF9F401448A}"/>
              </a:ext>
            </a:extLst>
          </p:cNvPr>
          <p:cNvSpPr/>
          <p:nvPr/>
        </p:nvSpPr>
        <p:spPr>
          <a:xfrm rot="20431194">
            <a:off x="5131480" y="3130436"/>
            <a:ext cx="611647" cy="633636"/>
          </a:xfrm>
          <a:prstGeom prst="halfFrame">
            <a:avLst>
              <a:gd name="adj1" fmla="val 23958"/>
              <a:gd name="adj2" fmla="val 21875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grpSp>
        <p:nvGrpSpPr>
          <p:cNvPr id="30" name="Groupe 29">
            <a:extLst>
              <a:ext uri="{FF2B5EF4-FFF2-40B4-BE49-F238E27FC236}">
                <a16:creationId xmlns:a16="http://schemas.microsoft.com/office/drawing/2014/main" id="{2A5D7F8C-6002-08EC-9899-EE8A9DA459FA}"/>
              </a:ext>
            </a:extLst>
          </p:cNvPr>
          <p:cNvGrpSpPr/>
          <p:nvPr/>
        </p:nvGrpSpPr>
        <p:grpSpPr>
          <a:xfrm>
            <a:off x="1626281" y="2147819"/>
            <a:ext cx="3148236" cy="986609"/>
            <a:chOff x="1626281" y="2147819"/>
            <a:chExt cx="3148236" cy="986609"/>
          </a:xfrm>
        </p:grpSpPr>
        <p:sp>
          <p:nvSpPr>
            <p:cNvPr id="10" name="ZoneTexte 9">
              <a:extLst>
                <a:ext uri="{FF2B5EF4-FFF2-40B4-BE49-F238E27FC236}">
                  <a16:creationId xmlns:a16="http://schemas.microsoft.com/office/drawing/2014/main" id="{19CB4612-DDCC-B80C-48E7-410A3D89BED2}"/>
                </a:ext>
              </a:extLst>
            </p:cNvPr>
            <p:cNvSpPr txBox="1"/>
            <p:nvPr/>
          </p:nvSpPr>
          <p:spPr>
            <a:xfrm>
              <a:off x="1785841" y="2147819"/>
              <a:ext cx="2829117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4000" b="1" dirty="0"/>
                <a:t>GO</a:t>
              </a:r>
            </a:p>
          </p:txBody>
        </p:sp>
        <p:sp>
          <p:nvSpPr>
            <p:cNvPr id="11" name="ZoneTexte 10">
              <a:extLst>
                <a:ext uri="{FF2B5EF4-FFF2-40B4-BE49-F238E27FC236}">
                  <a16:creationId xmlns:a16="http://schemas.microsoft.com/office/drawing/2014/main" id="{0E12EA3F-AFEA-D8B5-210F-0258504E14E9}"/>
                </a:ext>
              </a:extLst>
            </p:cNvPr>
            <p:cNvSpPr txBox="1"/>
            <p:nvPr/>
          </p:nvSpPr>
          <p:spPr>
            <a:xfrm>
              <a:off x="1626281" y="2765096"/>
              <a:ext cx="314823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dirty="0"/>
                <a:t>Langage de programmation</a:t>
              </a:r>
            </a:p>
          </p:txBody>
        </p:sp>
      </p:grpSp>
      <p:sp>
        <p:nvSpPr>
          <p:cNvPr id="25" name="Demi-cadre 24">
            <a:extLst>
              <a:ext uri="{FF2B5EF4-FFF2-40B4-BE49-F238E27FC236}">
                <a16:creationId xmlns:a16="http://schemas.microsoft.com/office/drawing/2014/main" id="{EF379428-8968-4DD4-7C80-B968E6D9283F}"/>
              </a:ext>
            </a:extLst>
          </p:cNvPr>
          <p:cNvSpPr/>
          <p:nvPr/>
        </p:nvSpPr>
        <p:spPr>
          <a:xfrm rot="17228281">
            <a:off x="5130377" y="4214700"/>
            <a:ext cx="611647" cy="633636"/>
          </a:xfrm>
          <a:prstGeom prst="halfFrame">
            <a:avLst>
              <a:gd name="adj1" fmla="val 23958"/>
              <a:gd name="adj2" fmla="val 21875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27" name="Demi-cadre 26">
            <a:extLst>
              <a:ext uri="{FF2B5EF4-FFF2-40B4-BE49-F238E27FC236}">
                <a16:creationId xmlns:a16="http://schemas.microsoft.com/office/drawing/2014/main" id="{D4699F50-E859-11B7-A18A-F925A5AF30E3}"/>
              </a:ext>
            </a:extLst>
          </p:cNvPr>
          <p:cNvSpPr/>
          <p:nvPr/>
        </p:nvSpPr>
        <p:spPr>
          <a:xfrm rot="9738482">
            <a:off x="6456455" y="4214700"/>
            <a:ext cx="611647" cy="633636"/>
          </a:xfrm>
          <a:prstGeom prst="halfFrame">
            <a:avLst>
              <a:gd name="adj1" fmla="val 23958"/>
              <a:gd name="adj2" fmla="val 21875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29" name="Demi-cadre 28">
            <a:extLst>
              <a:ext uri="{FF2B5EF4-FFF2-40B4-BE49-F238E27FC236}">
                <a16:creationId xmlns:a16="http://schemas.microsoft.com/office/drawing/2014/main" id="{6D8C433D-AFE8-C164-9A13-350C6B8C9598}"/>
              </a:ext>
            </a:extLst>
          </p:cNvPr>
          <p:cNvSpPr/>
          <p:nvPr/>
        </p:nvSpPr>
        <p:spPr>
          <a:xfrm rot="6524847">
            <a:off x="6453205" y="3125622"/>
            <a:ext cx="611647" cy="633636"/>
          </a:xfrm>
          <a:prstGeom prst="halfFrame">
            <a:avLst>
              <a:gd name="adj1" fmla="val 23958"/>
              <a:gd name="adj2" fmla="val 21875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grpSp>
        <p:nvGrpSpPr>
          <p:cNvPr id="31" name="Groupe 30">
            <a:extLst>
              <a:ext uri="{FF2B5EF4-FFF2-40B4-BE49-F238E27FC236}">
                <a16:creationId xmlns:a16="http://schemas.microsoft.com/office/drawing/2014/main" id="{A6AD4565-36E5-9E1F-7553-6F53F3159047}"/>
              </a:ext>
            </a:extLst>
          </p:cNvPr>
          <p:cNvGrpSpPr/>
          <p:nvPr/>
        </p:nvGrpSpPr>
        <p:grpSpPr>
          <a:xfrm>
            <a:off x="1626281" y="4240145"/>
            <a:ext cx="3148236" cy="1817606"/>
            <a:chOff x="1626281" y="2147819"/>
            <a:chExt cx="3148236" cy="1817606"/>
          </a:xfrm>
        </p:grpSpPr>
        <p:sp>
          <p:nvSpPr>
            <p:cNvPr id="32" name="ZoneTexte 31">
              <a:extLst>
                <a:ext uri="{FF2B5EF4-FFF2-40B4-BE49-F238E27FC236}">
                  <a16:creationId xmlns:a16="http://schemas.microsoft.com/office/drawing/2014/main" id="{3A0AA806-35A0-2102-F97C-CC01FCD82613}"/>
                </a:ext>
              </a:extLst>
            </p:cNvPr>
            <p:cNvSpPr txBox="1"/>
            <p:nvPr/>
          </p:nvSpPr>
          <p:spPr>
            <a:xfrm>
              <a:off x="1785841" y="2147819"/>
              <a:ext cx="2829117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4000" b="1" dirty="0"/>
                <a:t>Wu</a:t>
              </a:r>
            </a:p>
          </p:txBody>
        </p:sp>
        <p:sp>
          <p:nvSpPr>
            <p:cNvPr id="33" name="ZoneTexte 32">
              <a:extLst>
                <a:ext uri="{FF2B5EF4-FFF2-40B4-BE49-F238E27FC236}">
                  <a16:creationId xmlns:a16="http://schemas.microsoft.com/office/drawing/2014/main" id="{5F138027-0AFA-7D75-1BB5-E798AABA2BF6}"/>
                </a:ext>
              </a:extLst>
            </p:cNvPr>
            <p:cNvSpPr txBox="1"/>
            <p:nvPr/>
          </p:nvSpPr>
          <p:spPr>
            <a:xfrm>
              <a:off x="1626281" y="2765096"/>
              <a:ext cx="3148236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dirty="0"/>
                <a:t>Application style VSCode, permettant une meilleure synchronisation des différents ajouts sur le code </a:t>
              </a:r>
            </a:p>
          </p:txBody>
        </p:sp>
      </p:grpSp>
      <p:grpSp>
        <p:nvGrpSpPr>
          <p:cNvPr id="34" name="Groupe 33">
            <a:extLst>
              <a:ext uri="{FF2B5EF4-FFF2-40B4-BE49-F238E27FC236}">
                <a16:creationId xmlns:a16="http://schemas.microsoft.com/office/drawing/2014/main" id="{EE59A320-B5C4-DB9D-E6AC-924A7AC55C7D}"/>
              </a:ext>
            </a:extLst>
          </p:cNvPr>
          <p:cNvGrpSpPr/>
          <p:nvPr/>
        </p:nvGrpSpPr>
        <p:grpSpPr>
          <a:xfrm>
            <a:off x="7025492" y="4693874"/>
            <a:ext cx="3939898" cy="1503785"/>
            <a:chOff x="1216129" y="2104861"/>
            <a:chExt cx="3939898" cy="1503785"/>
          </a:xfrm>
        </p:grpSpPr>
        <p:sp>
          <p:nvSpPr>
            <p:cNvPr id="35" name="ZoneTexte 34">
              <a:extLst>
                <a:ext uri="{FF2B5EF4-FFF2-40B4-BE49-F238E27FC236}">
                  <a16:creationId xmlns:a16="http://schemas.microsoft.com/office/drawing/2014/main" id="{BC12DE4F-9330-9FD8-2F6B-BA24430DDDC8}"/>
                </a:ext>
              </a:extLst>
            </p:cNvPr>
            <p:cNvSpPr txBox="1"/>
            <p:nvPr/>
          </p:nvSpPr>
          <p:spPr>
            <a:xfrm>
              <a:off x="1216129" y="2104861"/>
              <a:ext cx="3939898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4000" b="1" dirty="0"/>
                <a:t>Serveur Discord</a:t>
              </a:r>
            </a:p>
          </p:txBody>
        </p:sp>
        <p:sp>
          <p:nvSpPr>
            <p:cNvPr id="36" name="ZoneTexte 35">
              <a:extLst>
                <a:ext uri="{FF2B5EF4-FFF2-40B4-BE49-F238E27FC236}">
                  <a16:creationId xmlns:a16="http://schemas.microsoft.com/office/drawing/2014/main" id="{07AE1B83-5891-111A-93FB-7F03F76BF1AB}"/>
                </a:ext>
              </a:extLst>
            </p:cNvPr>
            <p:cNvSpPr txBox="1"/>
            <p:nvPr/>
          </p:nvSpPr>
          <p:spPr>
            <a:xfrm>
              <a:off x="1615281" y="2685316"/>
              <a:ext cx="3148236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dirty="0"/>
                <a:t>Moyen de communication permettant une meilleure mise en relation</a:t>
              </a:r>
            </a:p>
          </p:txBody>
        </p:sp>
      </p:grpSp>
      <p:grpSp>
        <p:nvGrpSpPr>
          <p:cNvPr id="37" name="Groupe 36">
            <a:extLst>
              <a:ext uri="{FF2B5EF4-FFF2-40B4-BE49-F238E27FC236}">
                <a16:creationId xmlns:a16="http://schemas.microsoft.com/office/drawing/2014/main" id="{20F0787F-4695-8DB1-3A60-6E374F6B2881}"/>
              </a:ext>
            </a:extLst>
          </p:cNvPr>
          <p:cNvGrpSpPr/>
          <p:nvPr/>
        </p:nvGrpSpPr>
        <p:grpSpPr>
          <a:xfrm>
            <a:off x="6844189" y="1994205"/>
            <a:ext cx="4208391" cy="1567898"/>
            <a:chOff x="1045826" y="2120528"/>
            <a:chExt cx="4208391" cy="1567898"/>
          </a:xfrm>
        </p:grpSpPr>
        <p:sp>
          <p:nvSpPr>
            <p:cNvPr id="38" name="ZoneTexte 37">
              <a:extLst>
                <a:ext uri="{FF2B5EF4-FFF2-40B4-BE49-F238E27FC236}">
                  <a16:creationId xmlns:a16="http://schemas.microsoft.com/office/drawing/2014/main" id="{028724D0-66D7-75C6-2651-E3C328B3A4F2}"/>
                </a:ext>
              </a:extLst>
            </p:cNvPr>
            <p:cNvSpPr txBox="1"/>
            <p:nvPr/>
          </p:nvSpPr>
          <p:spPr>
            <a:xfrm>
              <a:off x="1045826" y="2120528"/>
              <a:ext cx="4208391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4000" b="1" dirty="0"/>
                <a:t>Claude, Gemini…</a:t>
              </a:r>
            </a:p>
          </p:txBody>
        </p:sp>
        <p:sp>
          <p:nvSpPr>
            <p:cNvPr id="39" name="ZoneTexte 38">
              <a:extLst>
                <a:ext uri="{FF2B5EF4-FFF2-40B4-BE49-F238E27FC236}">
                  <a16:creationId xmlns:a16="http://schemas.microsoft.com/office/drawing/2014/main" id="{44E1CA85-2E8E-1035-5BF0-31E87FE704F5}"/>
                </a:ext>
              </a:extLst>
            </p:cNvPr>
            <p:cNvSpPr txBox="1"/>
            <p:nvPr/>
          </p:nvSpPr>
          <p:spPr>
            <a:xfrm>
              <a:off x="1626281" y="2765096"/>
              <a:ext cx="3148236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dirty="0"/>
                <a:t>Assistant IA accédant au code pour une meilleure résolution des problèmes </a:t>
              </a:r>
            </a:p>
          </p:txBody>
        </p:sp>
      </p:grpSp>
      <p:pic>
        <p:nvPicPr>
          <p:cNvPr id="3" name="Image 2" descr="Three simple, black cartoon figures in silhouette, depicting a smiling face and standing in place.&#10;&#10;Le contenu généré par l’IA peut être incorrect.">
            <a:extLst>
              <a:ext uri="{FF2B5EF4-FFF2-40B4-BE49-F238E27FC236}">
                <a16:creationId xmlns:a16="http://schemas.microsoft.com/office/drawing/2014/main" id="{F21F65A9-A7BC-07E3-E35B-353F17E631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612" y="3442440"/>
            <a:ext cx="1518370" cy="98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0516116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71B312-259C-0B1E-3FFA-9F8339CCE2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Fonds pour diaporamas : 15 exemples et modèles - Venngage">
            <a:extLst>
              <a:ext uri="{FF2B5EF4-FFF2-40B4-BE49-F238E27FC236}">
                <a16:creationId xmlns:a16="http://schemas.microsoft.com/office/drawing/2014/main" id="{641D51FE-A8C1-86D7-342F-0914E833DA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431"/>
            <a:ext cx="12192000" cy="6861431"/>
          </a:xfrm>
          <a:prstGeom prst="rect">
            <a:avLst/>
          </a:prstGeom>
        </p:spPr>
      </p:pic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A1731898-A42A-F0DE-1547-DB46318E7DAA}"/>
              </a:ext>
            </a:extLst>
          </p:cNvPr>
          <p:cNvSpPr/>
          <p:nvPr/>
        </p:nvSpPr>
        <p:spPr>
          <a:xfrm>
            <a:off x="963495" y="472542"/>
            <a:ext cx="10089085" cy="580552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D2121B33-B4C8-0BCF-F754-975560F5843A}"/>
              </a:ext>
            </a:extLst>
          </p:cNvPr>
          <p:cNvSpPr txBox="1"/>
          <p:nvPr/>
        </p:nvSpPr>
        <p:spPr>
          <a:xfrm>
            <a:off x="1614008" y="810072"/>
            <a:ext cx="870214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5000" b="1" u="sng" dirty="0"/>
              <a:t>🗒️Répartition des tâches🔨</a:t>
            </a:r>
          </a:p>
        </p:txBody>
      </p:sp>
      <p:pic>
        <p:nvPicPr>
          <p:cNvPr id="4" name="Image 3" descr="A simple black silhouette of a person with a neutral expression.&#10;&#10;Le contenu généré par l’IA peut être incorrect.">
            <a:extLst>
              <a:ext uri="{FF2B5EF4-FFF2-40B4-BE49-F238E27FC236}">
                <a16:creationId xmlns:a16="http://schemas.microsoft.com/office/drawing/2014/main" id="{5EEEA22C-A5CC-7ADA-1842-928A79B8A0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9801" y="2045790"/>
            <a:ext cx="704066" cy="914817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1C51B3F5-1B56-FEE3-B65A-5531A84EC2D2}"/>
              </a:ext>
            </a:extLst>
          </p:cNvPr>
          <p:cNvSpPr txBox="1"/>
          <p:nvPr/>
        </p:nvSpPr>
        <p:spPr>
          <a:xfrm>
            <a:off x="2445069" y="2212063"/>
            <a:ext cx="14851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b="1" dirty="0"/>
              <a:t>Aaron :</a:t>
            </a:r>
          </a:p>
        </p:txBody>
      </p:sp>
      <p:cxnSp>
        <p:nvCxnSpPr>
          <p:cNvPr id="16" name="Connecteur droit 15">
            <a:extLst>
              <a:ext uri="{FF2B5EF4-FFF2-40B4-BE49-F238E27FC236}">
                <a16:creationId xmlns:a16="http://schemas.microsoft.com/office/drawing/2014/main" id="{FA4D9728-EA62-B4DC-9BF6-59FB5D586CA3}"/>
              </a:ext>
            </a:extLst>
          </p:cNvPr>
          <p:cNvCxnSpPr>
            <a:cxnSpLocks/>
          </p:cNvCxnSpPr>
          <p:nvPr/>
        </p:nvCxnSpPr>
        <p:spPr>
          <a:xfrm>
            <a:off x="4418577" y="1844091"/>
            <a:ext cx="0" cy="4045007"/>
          </a:xfrm>
          <a:prstGeom prst="line">
            <a:avLst/>
          </a:prstGeom>
          <a:ln w="38100">
            <a:prstDash val="soli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276B1208-E707-B7C0-C313-9ACCB4947FC5}"/>
              </a:ext>
            </a:extLst>
          </p:cNvPr>
          <p:cNvCxnSpPr>
            <a:cxnSpLocks/>
          </p:cNvCxnSpPr>
          <p:nvPr/>
        </p:nvCxnSpPr>
        <p:spPr>
          <a:xfrm>
            <a:off x="7831722" y="1871982"/>
            <a:ext cx="0" cy="4045007"/>
          </a:xfrm>
          <a:prstGeom prst="line">
            <a:avLst/>
          </a:prstGeom>
          <a:ln w="38100">
            <a:prstDash val="soli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ZoneTexte 21">
            <a:extLst>
              <a:ext uri="{FF2B5EF4-FFF2-40B4-BE49-F238E27FC236}">
                <a16:creationId xmlns:a16="http://schemas.microsoft.com/office/drawing/2014/main" id="{A3444E13-0F7B-7199-802A-81AD0F0850C3}"/>
              </a:ext>
            </a:extLst>
          </p:cNvPr>
          <p:cNvSpPr txBox="1"/>
          <p:nvPr/>
        </p:nvSpPr>
        <p:spPr>
          <a:xfrm>
            <a:off x="5873613" y="2210812"/>
            <a:ext cx="15424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b="1" dirty="0"/>
              <a:t>Lucas :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17C1A702-8CE2-979B-1239-E0E3D21EBD33}"/>
              </a:ext>
            </a:extLst>
          </p:cNvPr>
          <p:cNvSpPr txBox="1"/>
          <p:nvPr/>
        </p:nvSpPr>
        <p:spPr>
          <a:xfrm>
            <a:off x="9330736" y="2210812"/>
            <a:ext cx="14851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b="1" dirty="0"/>
              <a:t>Axel :</a:t>
            </a:r>
          </a:p>
        </p:txBody>
      </p:sp>
      <p:pic>
        <p:nvPicPr>
          <p:cNvPr id="41" name="Image 40" descr="A simple cartoon character is depicted as a standing figure with a neutral expression, wearing a blue shirt and glasses.&#10;&#10;Le contenu généré par l’IA peut être incorrect.">
            <a:extLst>
              <a:ext uri="{FF2B5EF4-FFF2-40B4-BE49-F238E27FC236}">
                <a16:creationId xmlns:a16="http://schemas.microsoft.com/office/drawing/2014/main" id="{22058AB5-1BA8-0A89-85C8-45482C5F89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6129" y="1871982"/>
            <a:ext cx="764935" cy="1262434"/>
          </a:xfrm>
          <a:prstGeom prst="rect">
            <a:avLst/>
          </a:prstGeom>
        </p:spPr>
      </p:pic>
      <p:pic>
        <p:nvPicPr>
          <p:cNvPr id="43" name="Image 42" descr="The image depicts a simple black silhouette of a person standing with crossed arms, wearing a pair of headphones, and a black circle around the head, suggesting a cartoon character.&#10;&#10;Le contenu généré par l’IA peut être incorrect.">
            <a:extLst>
              <a:ext uri="{FF2B5EF4-FFF2-40B4-BE49-F238E27FC236}">
                <a16:creationId xmlns:a16="http://schemas.microsoft.com/office/drawing/2014/main" id="{5FBBDF20-3451-1CE3-F636-EBB7134037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9029" y="1805123"/>
            <a:ext cx="954068" cy="1396152"/>
          </a:xfrm>
          <a:prstGeom prst="rect">
            <a:avLst/>
          </a:prstGeom>
        </p:spPr>
      </p:pic>
      <p:sp>
        <p:nvSpPr>
          <p:cNvPr id="44" name="ZoneTexte 43">
            <a:extLst>
              <a:ext uri="{FF2B5EF4-FFF2-40B4-BE49-F238E27FC236}">
                <a16:creationId xmlns:a16="http://schemas.microsoft.com/office/drawing/2014/main" id="{6FF29F64-2BB0-B416-7CF8-DA296F3A6F94}"/>
              </a:ext>
            </a:extLst>
          </p:cNvPr>
          <p:cNvSpPr txBox="1"/>
          <p:nvPr/>
        </p:nvSpPr>
        <p:spPr>
          <a:xfrm>
            <a:off x="1017706" y="3201275"/>
            <a:ext cx="335109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sz="2000" dirty="0">
                <a:latin typeface="Arial Black" panose="020B0A04020102020204" pitchFamily="34" charset="0"/>
              </a:rPr>
              <a:t>Partie graphique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fr-FR" sz="2000" dirty="0">
              <a:latin typeface="Arial Black" panose="020B0A040201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sz="2000" dirty="0">
                <a:latin typeface="Arial Black" panose="020B0A04020102020204" pitchFamily="34" charset="0"/>
              </a:rPr>
              <a:t>Partie son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fr-FR" sz="2000" dirty="0">
              <a:latin typeface="Arial Black" panose="020B0A040201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sz="2000" dirty="0">
                <a:latin typeface="Arial Black" panose="020B0A04020102020204" pitchFamily="34" charset="0"/>
              </a:rPr>
              <a:t>Partie logique de jeu (minoritaire)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C7578A5C-ADAB-D7B0-D983-F206359C6E1D}"/>
              </a:ext>
            </a:extLst>
          </p:cNvPr>
          <p:cNvSpPr txBox="1"/>
          <p:nvPr/>
        </p:nvSpPr>
        <p:spPr>
          <a:xfrm>
            <a:off x="4468351" y="3201275"/>
            <a:ext cx="3351098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sz="2000" dirty="0">
                <a:latin typeface="Arial Black" panose="020B0A04020102020204" pitchFamily="34" charset="0"/>
              </a:rPr>
              <a:t>Partie logique de jeu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fr-FR" sz="2000" dirty="0">
              <a:latin typeface="Arial Black" panose="020B0A040201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sz="2000" dirty="0">
                <a:latin typeface="Arial Black" panose="020B0A04020102020204" pitchFamily="34" charset="0"/>
              </a:rPr>
              <a:t>Partie graphique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fr-FR" sz="2000" dirty="0">
              <a:latin typeface="Arial Black" panose="020B0A040201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sz="2000" dirty="0">
                <a:latin typeface="Arial Black" panose="020B0A04020102020204" pitchFamily="34" charset="0"/>
              </a:rPr>
              <a:t>Retour / correction de bugs</a:t>
            </a:r>
          </a:p>
        </p:txBody>
      </p:sp>
      <p:sp>
        <p:nvSpPr>
          <p:cNvPr id="48" name="ZoneTexte 47">
            <a:extLst>
              <a:ext uri="{FF2B5EF4-FFF2-40B4-BE49-F238E27FC236}">
                <a16:creationId xmlns:a16="http://schemas.microsoft.com/office/drawing/2014/main" id="{581D6CD5-CF67-67F7-7E0A-50DA4FF34743}"/>
              </a:ext>
            </a:extLst>
          </p:cNvPr>
          <p:cNvSpPr txBox="1"/>
          <p:nvPr/>
        </p:nvSpPr>
        <p:spPr>
          <a:xfrm>
            <a:off x="7910480" y="3201275"/>
            <a:ext cx="31421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dirty="0">
                <a:latin typeface="Arial Black" panose="020B0A04020102020204" pitchFamily="34" charset="0"/>
              </a:rPr>
              <a:t>Partie logique de jeu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fr-FR" dirty="0">
              <a:latin typeface="Arial Black" panose="020B0A040201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dirty="0">
                <a:latin typeface="Arial Black" panose="020B0A04020102020204" pitchFamily="34" charset="0"/>
              </a:rPr>
              <a:t>Partie extras (PowerPoint, cahier des charges…)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fr-FR" dirty="0">
              <a:latin typeface="Arial Black" panose="020B0A040201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dirty="0">
                <a:latin typeface="Arial Black" panose="020B0A04020102020204" pitchFamily="34" charset="0"/>
              </a:rPr>
              <a:t>Beta-tester / détection de bugs</a:t>
            </a:r>
          </a:p>
        </p:txBody>
      </p:sp>
    </p:spTree>
    <p:extLst>
      <p:ext uri="{BB962C8B-B14F-4D97-AF65-F5344CB8AC3E}">
        <p14:creationId xmlns:p14="http://schemas.microsoft.com/office/powerpoint/2010/main" val="1053105555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 11">
            <a:extLst>
              <a:ext uri="{FF2B5EF4-FFF2-40B4-BE49-F238E27FC236}">
                <a16:creationId xmlns:a16="http://schemas.microsoft.com/office/drawing/2014/main" id="{C46B6D8C-CE71-5F39-059D-07BD791074F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59338980"/>
              </p:ext>
            </p:extLst>
          </p:nvPr>
        </p:nvGraphicFramePr>
        <p:xfrm>
          <a:off x="0" y="-27278"/>
          <a:ext cx="12191999" cy="688527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Bitmap Image" r:id="rId6" imgW="6993388" imgH="4109366" progId="Paint.Picture">
                  <p:embed/>
                </p:oleObj>
              </mc:Choice>
              <mc:Fallback>
                <p:oleObj name="Bitmap Image" r:id="rId6" imgW="6993388" imgH="4109366" progId="Paint.Pictur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0" y="-27278"/>
                        <a:ext cx="12191999" cy="688527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ZoneTexte 4">
            <a:extLst>
              <a:ext uri="{FF2B5EF4-FFF2-40B4-BE49-F238E27FC236}">
                <a16:creationId xmlns:a16="http://schemas.microsoft.com/office/drawing/2014/main" id="{8316EA4E-3680-C128-6493-3B6DFCDFD41C}"/>
              </a:ext>
            </a:extLst>
          </p:cNvPr>
          <p:cNvSpPr txBox="1"/>
          <p:nvPr/>
        </p:nvSpPr>
        <p:spPr>
          <a:xfrm>
            <a:off x="0" y="331392"/>
            <a:ext cx="121920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6000" b="1" u="sng" dirty="0">
                <a:solidFill>
                  <a:srgbClr val="FF0000"/>
                </a:solidFill>
              </a:rPr>
              <a:t>PLACE À LA DÉMO DU JEU !</a:t>
            </a:r>
          </a:p>
        </p:txBody>
      </p:sp>
      <p:pic>
        <p:nvPicPr>
          <p:cNvPr id="6" name="Image 5" descr="Illustration D'icône D'emoji De Signal De Manette De Jeu ...">
            <a:extLst>
              <a:ext uri="{FF2B5EF4-FFF2-40B4-BE49-F238E27FC236}">
                <a16:creationId xmlns:a16="http://schemas.microsoft.com/office/drawing/2014/main" id="{B709254B-6AE1-26ED-D1E9-E92BD9CE3D8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1603" y="4903951"/>
            <a:ext cx="1955068" cy="1514922"/>
          </a:xfrm>
          <a:prstGeom prst="rect">
            <a:avLst/>
          </a:prstGeom>
        </p:spPr>
      </p:pic>
      <p:pic>
        <p:nvPicPr>
          <p:cNvPr id="9" name="Image 8" descr="A cartoon character stands in a smiling pose, holding out a hand to give a thumbs-up gesture.&#10;&#10;Le contenu généré par l’IA peut être incorrect.">
            <a:extLst>
              <a:ext uri="{FF2B5EF4-FFF2-40B4-BE49-F238E27FC236}">
                <a16:creationId xmlns:a16="http://schemas.microsoft.com/office/drawing/2014/main" id="{4AD8D48F-92A5-2DBD-6026-6694C190E7B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27664" y="3905215"/>
            <a:ext cx="4955207" cy="2846734"/>
          </a:xfrm>
          <a:prstGeom prst="rect">
            <a:avLst/>
          </a:prstGeom>
        </p:spPr>
      </p:pic>
      <p:pic>
        <p:nvPicPr>
          <p:cNvPr id="14" name="Image 13" descr="The image depicts a cartoon-style smiling face with a thumbs-up gesture.&#10;&#10;Le contenu généré par l’IA peut être incorrect.">
            <a:extLst>
              <a:ext uri="{FF2B5EF4-FFF2-40B4-BE49-F238E27FC236}">
                <a16:creationId xmlns:a16="http://schemas.microsoft.com/office/drawing/2014/main" id="{F9EA830D-D268-1EDF-030A-377A07D983B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56144" y="1615699"/>
            <a:ext cx="2627720" cy="2492651"/>
          </a:xfrm>
          <a:prstGeom prst="rect">
            <a:avLst/>
          </a:prstGeom>
        </p:spPr>
      </p:pic>
      <p:pic>
        <p:nvPicPr>
          <p:cNvPr id="16" name="Image 15" descr="A cartoonish smiling face with hands open, placed next to an open laptop.&#10;&#10;Le contenu généré par l’IA peut être incorrect.">
            <a:extLst>
              <a:ext uri="{FF2B5EF4-FFF2-40B4-BE49-F238E27FC236}">
                <a16:creationId xmlns:a16="http://schemas.microsoft.com/office/drawing/2014/main" id="{E6B36DC5-EBAB-6C50-414E-5D25767DCBA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8213" y="1347055"/>
            <a:ext cx="4624050" cy="2656487"/>
          </a:xfrm>
          <a:prstGeom prst="rect">
            <a:avLst/>
          </a:prstGeom>
        </p:spPr>
      </p:pic>
      <p:pic>
        <p:nvPicPr>
          <p:cNvPr id="17" name="yayying">
            <a:hlinkClick r:id="" action="ppaction://media"/>
            <a:extLst>
              <a:ext uri="{FF2B5EF4-FFF2-40B4-BE49-F238E27FC236}">
                <a16:creationId xmlns:a16="http://schemas.microsoft.com/office/drawing/2014/main" id="{6EC586F7-9B75-F529-62D1-0A842A802E95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2"/>
          <a:stretch>
            <a:fillRect/>
          </a:stretch>
        </p:blipFill>
        <p:spPr>
          <a:xfrm>
            <a:off x="11642951" y="6362777"/>
            <a:ext cx="406400" cy="4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12379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over/>
        <p:sndAc>
          <p:stSnd>
            <p:snd r:embed="rId5" name="drumroll.wav"/>
          </p:stSnd>
        </p:sndAc>
      </p:transition>
    </mc:Choice>
    <mc:Fallback xmlns="">
      <p:transition spd="slow">
        <p:cover/>
        <p:sndAc>
          <p:stSnd>
            <p:snd r:embed="rId13" name="drumroll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112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7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267</TotalTime>
  <Words>307</Words>
  <Application>Microsoft Office PowerPoint</Application>
  <PresentationFormat>Grand écran</PresentationFormat>
  <Paragraphs>63</Paragraphs>
  <Slides>8</Slides>
  <Notes>2</Notes>
  <HiddenSlides>0</HiddenSlides>
  <MMClips>1</MMClips>
  <ScaleCrop>false</ScaleCrop>
  <HeadingPairs>
    <vt:vector size="8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1</vt:i4>
      </vt:variant>
      <vt:variant>
        <vt:lpstr>Serveurs OLE incorporés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8" baseType="lpstr">
      <vt:lpstr>Algerian</vt:lpstr>
      <vt:lpstr>Aptos</vt:lpstr>
      <vt:lpstr>Aptos Display</vt:lpstr>
      <vt:lpstr>Aptos Slab SemiBold</vt:lpstr>
      <vt:lpstr>Arial</vt:lpstr>
      <vt:lpstr>Arial Black</vt:lpstr>
      <vt:lpstr>Kunstler Script</vt:lpstr>
      <vt:lpstr>Wingdings</vt:lpstr>
      <vt:lpstr>Thème Office</vt:lpstr>
      <vt:lpstr>Bitmap Image</vt:lpstr>
      <vt:lpstr>Présentation PowerPoint</vt:lpstr>
      <vt:lpstr>Présentation PowerPoint</vt:lpstr>
      <vt:lpstr>Partie 1 – Le lore du jeu</vt:lpstr>
      <vt:lpstr>Partie 2 – Le but du jeu</vt:lpstr>
      <vt:lpstr>Partie 3 – Le gameplay &amp; mécaniques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 BOUARD Axel</dc:creator>
  <cp:lastModifiedBy>DE BOUARD Axel</cp:lastModifiedBy>
  <cp:revision>7</cp:revision>
  <dcterms:created xsi:type="dcterms:W3CDTF">2026-09-22T12:57:38Z</dcterms:created>
  <dcterms:modified xsi:type="dcterms:W3CDTF">2026-09-23T12:52:21Z</dcterms:modified>
</cp:coreProperties>
</file>